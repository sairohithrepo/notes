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6" r:id="rId2"/>
    <p:sldId id="418" r:id="rId3"/>
    <p:sldId id="363" r:id="rId4"/>
    <p:sldId id="450" r:id="rId5"/>
    <p:sldId id="447" r:id="rId6"/>
    <p:sldId id="448" r:id="rId7"/>
    <p:sldId id="452" r:id="rId8"/>
    <p:sldId id="457" r:id="rId9"/>
    <p:sldId id="458" r:id="rId10"/>
    <p:sldId id="459" r:id="rId11"/>
    <p:sldId id="449" r:id="rId12"/>
    <p:sldId id="348" r:id="rId13"/>
  </p:sldIdLst>
  <p:sldSz cx="9144000" cy="5143500" type="screen16x9"/>
  <p:notesSz cx="6858000" cy="9144000"/>
  <p:embeddedFontLst>
    <p:embeddedFont>
      <p:font typeface="Nunito" panose="020B060402020202020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Karla Regular" panose="020B060402020202020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0" autoAdjust="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710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312994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smtClean="0"/>
              <a:t>Home automation using Google Assistant and </a:t>
            </a:r>
            <a:r>
              <a:rPr lang="en-US" sz="4000" dirty="0" err="1" smtClean="0"/>
              <a:t>Nodemcu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DAY 29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What is </a:t>
            </a:r>
            <a:r>
              <a:rPr lang="en-US" sz="3200" b="1" dirty="0" err="1" smtClean="0">
                <a:solidFill>
                  <a:schemeClr val="bg2">
                    <a:lumMod val="75000"/>
                  </a:schemeClr>
                </a:solidFill>
              </a:rPr>
              <a:t>blynk</a:t>
            </a: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 app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  <a:ea typeface="Roboto" panose="02000000000000000000" pitchFamily="2" charset="0"/>
              </a:rPr>
              <a:t>Home automation using </a:t>
            </a:r>
            <a:r>
              <a:rPr lang="en-US" sz="3200" b="1" dirty="0" err="1" smtClean="0">
                <a:solidFill>
                  <a:schemeClr val="bg2">
                    <a:lumMod val="75000"/>
                  </a:schemeClr>
                </a:solidFill>
                <a:ea typeface="Roboto" panose="02000000000000000000" pitchFamily="2" charset="0"/>
              </a:rPr>
              <a:t>NodeMCU</a:t>
            </a: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  <a:ea typeface="Roboto" panose="02000000000000000000" pitchFamily="2" charset="0"/>
              </a:rPr>
              <a:t>   and Google Assistant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63" y="19016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2" y="1204696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Never complain.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automation using </a:t>
            </a:r>
            <a:r>
              <a:rPr lang="en-US" dirty="0" err="1" smtClean="0"/>
              <a:t>NodeMCU</a:t>
            </a:r>
            <a:r>
              <a:rPr lang="en-US" dirty="0" smtClean="0"/>
              <a:t> and Google assistant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94" y="1743074"/>
            <a:ext cx="5981456" cy="28860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2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HARDWARE REQUIREMENTS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3200" dirty="0" smtClean="0"/>
              <a:t>NodeMCU</a:t>
            </a:r>
            <a:endParaRPr lang="en-IN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3200" dirty="0" smtClean="0"/>
              <a:t>Relay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 smtClean="0"/>
              <a:t>Light bulb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83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SOFTWARE </a:t>
            </a:r>
            <a:r>
              <a:rPr lang="en-IN" b="1" dirty="0">
                <a:solidFill>
                  <a:srgbClr val="FF0000"/>
                </a:solidFill>
              </a:rPr>
              <a:t>REQUIREMENTS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Nunito" panose="020B0604020202020204" charset="0"/>
              <a:buChar char="●"/>
            </a:pPr>
            <a:r>
              <a:rPr lang="en-IN" sz="3200" dirty="0"/>
              <a:t>Arduino </a:t>
            </a:r>
            <a:r>
              <a:rPr lang="en-IN" sz="3200" dirty="0" smtClean="0"/>
              <a:t>IDE</a:t>
            </a:r>
          </a:p>
          <a:p>
            <a:pPr>
              <a:buFont typeface="Nunito" panose="020B0604020202020204" charset="0"/>
              <a:buChar char="●"/>
            </a:pPr>
            <a:r>
              <a:rPr lang="en-US" sz="3200" dirty="0" err="1" smtClean="0"/>
              <a:t>Blynk</a:t>
            </a:r>
            <a:r>
              <a:rPr lang="en-US" sz="3200" dirty="0" smtClean="0"/>
              <a:t> app</a:t>
            </a:r>
          </a:p>
          <a:p>
            <a:pPr>
              <a:buFont typeface="Nunito" panose="020B0604020202020204" charset="0"/>
              <a:buChar char="●"/>
            </a:pPr>
            <a:r>
              <a:rPr lang="en-US" sz="3200" dirty="0" smtClean="0"/>
              <a:t>IFTTT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84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Node MCU V 1.0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786" y="1252538"/>
            <a:ext cx="6866839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4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How </a:t>
            </a:r>
            <a:r>
              <a:rPr lang="en-US" dirty="0" err="1" smtClean="0">
                <a:solidFill>
                  <a:srgbClr val="FF0000"/>
                </a:solidFill>
              </a:rPr>
              <a:t>Blynk</a:t>
            </a:r>
            <a:r>
              <a:rPr lang="en-US" dirty="0" smtClean="0">
                <a:solidFill>
                  <a:srgbClr val="FF0000"/>
                </a:solidFill>
              </a:rPr>
              <a:t> works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518" y="1212850"/>
            <a:ext cx="6547290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09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When to use </a:t>
            </a:r>
            <a:r>
              <a:rPr lang="en-US" dirty="0" err="1" smtClean="0">
                <a:solidFill>
                  <a:srgbClr val="FF0000"/>
                </a:solidFill>
              </a:rPr>
              <a:t>Blynk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42" y="1212850"/>
            <a:ext cx="7941023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4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an IFTTT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IFTTT derives its name from the programming conditional statement “if this, then that.” </a:t>
            </a:r>
            <a:endParaRPr lang="en-US" sz="2000" dirty="0" smtClean="0"/>
          </a:p>
          <a:p>
            <a:pPr marL="139700" indent="0">
              <a:buNone/>
            </a:pPr>
            <a:endParaRPr lang="en-US" sz="2000" dirty="0"/>
          </a:p>
          <a:p>
            <a:pPr marL="13970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What </a:t>
            </a:r>
            <a:r>
              <a:rPr lang="en-US" sz="2000" dirty="0"/>
              <a:t>the company provides is a software platform that connects apps, devices and services from different developers in order to trigger one or more automations involving those apps, devices and services.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44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0656" y="1545163"/>
            <a:ext cx="3453056" cy="572700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95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7283</TotalTime>
  <Words>166</Words>
  <Application>Microsoft Office PowerPoint</Application>
  <PresentationFormat>On-screen Show (16:9)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Nunito</vt:lpstr>
      <vt:lpstr>Fire sans extra</vt:lpstr>
      <vt:lpstr>Arial</vt:lpstr>
      <vt:lpstr>Montserrat</vt:lpstr>
      <vt:lpstr>Roboto</vt:lpstr>
      <vt:lpstr>Wingdings</vt:lpstr>
      <vt:lpstr>Karla Regular</vt:lpstr>
      <vt:lpstr>Mathematics Subject for Middle School - 6th Grade: Algebra by Slidesgo</vt:lpstr>
      <vt:lpstr>Home automation using Google Assistant and Nodemcu</vt:lpstr>
      <vt:lpstr>PowerPoint Presentation</vt:lpstr>
      <vt:lpstr>Mindset Lesson for the Day</vt:lpstr>
      <vt:lpstr>Home automation using NodeMCU and Google assistant</vt:lpstr>
      <vt:lpstr>HARDWARE REQUIREMENTS </vt:lpstr>
      <vt:lpstr>SOFTWARE REQUIREMENTS </vt:lpstr>
      <vt:lpstr>Node MCU V 1.0</vt:lpstr>
      <vt:lpstr>How Blynk works</vt:lpstr>
      <vt:lpstr>When to use Blynk </vt:lpstr>
      <vt:lpstr>What is an IFTTT </vt:lpstr>
      <vt:lpstr>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686</cp:revision>
  <dcterms:modified xsi:type="dcterms:W3CDTF">2021-08-07T02:55:14Z</dcterms:modified>
</cp:coreProperties>
</file>