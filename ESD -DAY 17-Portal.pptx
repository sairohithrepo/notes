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8"/>
  </p:notesMasterIdLst>
  <p:sldIdLst>
    <p:sldId id="256" r:id="rId2"/>
    <p:sldId id="374" r:id="rId3"/>
    <p:sldId id="363" r:id="rId4"/>
    <p:sldId id="392" r:id="rId5"/>
    <p:sldId id="400" r:id="rId6"/>
    <p:sldId id="377" r:id="rId7"/>
    <p:sldId id="384" r:id="rId8"/>
    <p:sldId id="385" r:id="rId9"/>
    <p:sldId id="389" r:id="rId10"/>
    <p:sldId id="417" r:id="rId11"/>
    <p:sldId id="416" r:id="rId12"/>
    <p:sldId id="404" r:id="rId13"/>
    <p:sldId id="409" r:id="rId14"/>
    <p:sldId id="414" r:id="rId15"/>
    <p:sldId id="415" r:id="rId16"/>
    <p:sldId id="348" r:id="rId17"/>
  </p:sldIdLst>
  <p:sldSz cx="9144000" cy="5143500" type="screen16x9"/>
  <p:notesSz cx="6858000" cy="9144000"/>
  <p:embeddedFontLst>
    <p:embeddedFont>
      <p:font typeface="Karla Regular" panose="020B0604020202020204" charset="0"/>
      <p:bold r:id="rId19"/>
      <p:boldItalic r:id="rId20"/>
    </p:embeddedFont>
    <p:embeddedFont>
      <p:font typeface="Nunito" panose="020B060402020202020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472" autoAdjust="0"/>
  </p:normalViewPr>
  <p:slideViewPr>
    <p:cSldViewPr snapToGrid="0">
      <p:cViewPr varScale="1">
        <p:scale>
          <a:sx n="109" d="100"/>
          <a:sy n="109" d="100"/>
        </p:scale>
        <p:origin x="62" y="7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1873037" y="312994"/>
            <a:ext cx="6736302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smtClean="0"/>
              <a:t>Interfacing LED, Switch and Buzzer with LPC4088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DAY 17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11700" y="1242808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Registers </a:t>
            </a:r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  <a:ea typeface="Roboto" panose="02000000000000000000" pitchFamily="2" charset="0"/>
              </a:rPr>
              <a:t>LED Blinking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Switch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Buzzer Interface</a:t>
            </a: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209" y="-45362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22" y="858332"/>
            <a:ext cx="8520600" cy="1272071"/>
          </a:xfrm>
        </p:spPr>
        <p:txBody>
          <a:bodyPr/>
          <a:lstStyle/>
          <a:p>
            <a:pPr marL="139700" indent="0">
              <a:buNone/>
            </a:pPr>
            <a:r>
              <a:rPr lang="en-US" sz="2400" dirty="0" smtClean="0"/>
              <a:t>Knowing and not  doing is not Knowing.</a:t>
            </a:r>
          </a:p>
          <a:p>
            <a:pPr marL="139700" indent="0">
              <a:buNone/>
            </a:pPr>
            <a:endParaRPr lang="en-US" sz="2400" b="1" dirty="0"/>
          </a:p>
          <a:p>
            <a:pPr marL="139700" indent="0">
              <a:buNone/>
            </a:pPr>
            <a:r>
              <a:rPr lang="en-US" sz="2400" b="1" dirty="0" smtClean="0"/>
              <a:t>Take Action.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743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Embedded </a:t>
            </a:r>
            <a:r>
              <a:rPr lang="en-US" dirty="0" err="1" smtClean="0">
                <a:solidFill>
                  <a:srgbClr val="FF0000"/>
                </a:solidFill>
              </a:rPr>
              <a:t>Sytem</a:t>
            </a:r>
            <a:r>
              <a:rPr lang="en-US" dirty="0" smtClean="0">
                <a:solidFill>
                  <a:srgbClr val="FF0000"/>
                </a:solidFill>
              </a:rPr>
              <a:t> Design using Cortex M4-LPC4088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485" y="1277216"/>
            <a:ext cx="5665901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93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191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LPC4088 BLOCK DIAGRAM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131" y="572700"/>
            <a:ext cx="5148305" cy="451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1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LPC4088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325" y="1152525"/>
            <a:ext cx="7615349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0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LED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00" y="1212850"/>
            <a:ext cx="4499516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0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Slide Switch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059" y="1115287"/>
            <a:ext cx="3079882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0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Buzzer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661" y="1348216"/>
            <a:ext cx="4906048" cy="3030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75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Registers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0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03" y="517895"/>
            <a:ext cx="8401050" cy="335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5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/>
          <a:lstStyle/>
          <a:p>
            <a:r>
              <a:rPr lang="en-US" dirty="0" smtClean="0"/>
              <a:t>LED Blinking demo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626002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US" sz="800" dirty="0"/>
              <a:t>#include "LPC407x_8x_177x_8x.h"</a:t>
            </a:r>
          </a:p>
          <a:p>
            <a:pPr marL="139700" indent="0">
              <a:buNone/>
            </a:pPr>
            <a:endParaRPr lang="en-US" sz="800" dirty="0"/>
          </a:p>
          <a:p>
            <a:pPr marL="139700" indent="0">
              <a:buNone/>
            </a:pPr>
            <a:r>
              <a:rPr lang="en-US" sz="800" dirty="0"/>
              <a:t>void </a:t>
            </a:r>
            <a:r>
              <a:rPr lang="en-US" sz="800" dirty="0" err="1"/>
              <a:t>delay_ms</a:t>
            </a:r>
            <a:r>
              <a:rPr lang="en-US" sz="800" dirty="0"/>
              <a:t>(long </a:t>
            </a:r>
            <a:r>
              <a:rPr lang="en-US" sz="800" dirty="0" err="1"/>
              <a:t>ms</a:t>
            </a:r>
            <a:r>
              <a:rPr lang="en-US" sz="800" dirty="0"/>
              <a:t>);</a:t>
            </a:r>
          </a:p>
          <a:p>
            <a:pPr marL="139700" indent="0">
              <a:buNone/>
            </a:pPr>
            <a:r>
              <a:rPr lang="en-US" sz="800" dirty="0"/>
              <a:t>	</a:t>
            </a:r>
          </a:p>
          <a:p>
            <a:pPr marL="139700" indent="0">
              <a:buNone/>
            </a:pPr>
            <a:r>
              <a:rPr lang="en-US" sz="800" dirty="0" err="1"/>
              <a:t>int</a:t>
            </a:r>
            <a:r>
              <a:rPr lang="en-US" sz="800" dirty="0"/>
              <a:t> main(void)</a:t>
            </a:r>
          </a:p>
          <a:p>
            <a:pPr marL="139700" indent="0">
              <a:buNone/>
            </a:pPr>
            <a:r>
              <a:rPr lang="en-US" sz="800" dirty="0"/>
              <a:t>{</a:t>
            </a:r>
          </a:p>
          <a:p>
            <a:pPr marL="139700" indent="0">
              <a:buNone/>
            </a:pPr>
            <a:r>
              <a:rPr lang="en-US" sz="800" dirty="0"/>
              <a:t>		//1. Set the PCGPIO bit</a:t>
            </a:r>
          </a:p>
          <a:p>
            <a:pPr marL="139700" indent="0">
              <a:buNone/>
            </a:pPr>
            <a:r>
              <a:rPr lang="en-US" sz="800" dirty="0"/>
              <a:t>		LPC_SC-&gt;PCONP |= (1&lt;&lt;15);</a:t>
            </a:r>
          </a:p>
          <a:p>
            <a:pPr marL="139700" indent="0">
              <a:buNone/>
            </a:pPr>
            <a:r>
              <a:rPr lang="en-US" sz="800" dirty="0"/>
              <a:t>		//2. Configure pins P4.0 to P4.7 as GPIO pins</a:t>
            </a:r>
          </a:p>
          <a:p>
            <a:pPr marL="139700" indent="0">
              <a:buNone/>
            </a:pPr>
            <a:r>
              <a:rPr lang="en-US" sz="800" dirty="0"/>
              <a:t>		LPC_IOCON-&gt;P4_0 = 0;</a:t>
            </a:r>
          </a:p>
          <a:p>
            <a:pPr marL="139700" indent="0">
              <a:buNone/>
            </a:pPr>
            <a:r>
              <a:rPr lang="en-US" sz="800" dirty="0"/>
              <a:t>		LPC_IOCON-&gt;P4_1 = 0;</a:t>
            </a:r>
          </a:p>
          <a:p>
            <a:pPr marL="139700" indent="0">
              <a:buNone/>
            </a:pPr>
            <a:r>
              <a:rPr lang="en-US" sz="800" dirty="0"/>
              <a:t>		LPC_IOCON-&gt;P4_2 = 0;</a:t>
            </a:r>
          </a:p>
          <a:p>
            <a:pPr marL="139700" indent="0">
              <a:buNone/>
            </a:pPr>
            <a:r>
              <a:rPr lang="en-US" sz="800" dirty="0"/>
              <a:t>		LPC_IOCON-&gt;P4_3 = 0;</a:t>
            </a:r>
          </a:p>
          <a:p>
            <a:pPr marL="139700" indent="0">
              <a:buNone/>
            </a:pPr>
            <a:r>
              <a:rPr lang="en-US" sz="800" dirty="0"/>
              <a:t>		LPC_IOCON-&gt;P4_4 = 0;</a:t>
            </a:r>
          </a:p>
          <a:p>
            <a:pPr marL="139700" indent="0">
              <a:buNone/>
            </a:pPr>
            <a:r>
              <a:rPr lang="en-US" sz="800" dirty="0"/>
              <a:t>		LPC_IOCON-&gt;P4_5 = 0;</a:t>
            </a:r>
          </a:p>
          <a:p>
            <a:pPr marL="139700" indent="0">
              <a:buNone/>
            </a:pPr>
            <a:r>
              <a:rPr lang="en-US" sz="800" dirty="0"/>
              <a:t>		LPC_IOCON-&gt;P4_6 = 0;</a:t>
            </a:r>
          </a:p>
          <a:p>
            <a:pPr marL="139700" indent="0">
              <a:buNone/>
            </a:pPr>
            <a:r>
              <a:rPr lang="en-US" sz="800" dirty="0"/>
              <a:t>		LPC_IOCON-&gt;P4_7 = 0;</a:t>
            </a:r>
          </a:p>
          <a:p>
            <a:pPr marL="139700" indent="0">
              <a:buNone/>
            </a:pPr>
            <a:r>
              <a:rPr lang="en-US" sz="800" dirty="0"/>
              <a:t>		//3. Configure the pins P4.0 to P4.7 as output</a:t>
            </a:r>
          </a:p>
          <a:p>
            <a:pPr marL="139700" indent="0">
              <a:buNone/>
            </a:pPr>
            <a:r>
              <a:rPr lang="en-US" sz="800" dirty="0"/>
              <a:t>		LPC_GPIO4-&gt;DIR= 0xFF;</a:t>
            </a:r>
          </a:p>
          <a:p>
            <a:pPr marL="139700" indent="0">
              <a:buNone/>
            </a:pPr>
            <a:r>
              <a:rPr lang="en-US" sz="800" dirty="0"/>
              <a:t>	</a:t>
            </a:r>
          </a:p>
          <a:p>
            <a:pPr marL="139700" indent="0">
              <a:buNone/>
            </a:pPr>
            <a:r>
              <a:rPr lang="en-US" sz="800" dirty="0"/>
              <a:t>	while(1)</a:t>
            </a:r>
          </a:p>
          <a:p>
            <a:pPr marL="139700" indent="0">
              <a:buNone/>
            </a:pPr>
            <a:r>
              <a:rPr lang="en-US" sz="800" dirty="0"/>
              <a:t>		{</a:t>
            </a:r>
          </a:p>
          <a:p>
            <a:pPr marL="139700" indent="0">
              <a:buNone/>
            </a:pPr>
            <a:r>
              <a:rPr lang="en-US" sz="800" dirty="0"/>
              <a:t>			//4. Send a High</a:t>
            </a:r>
          </a:p>
          <a:p>
            <a:pPr marL="139700" indent="0">
              <a:buNone/>
            </a:pPr>
            <a:r>
              <a:rPr lang="en-US" sz="800" dirty="0"/>
              <a:t>			LPC_GPIO4-&gt;PIN= 0xFF;</a:t>
            </a:r>
          </a:p>
          <a:p>
            <a:pPr marL="139700" indent="0">
              <a:buNone/>
            </a:pPr>
            <a:r>
              <a:rPr lang="en-US" sz="800" dirty="0"/>
              <a:t>			//5.Pause the system for few milliseconds</a:t>
            </a:r>
          </a:p>
          <a:p>
            <a:pPr marL="139700" indent="0">
              <a:buNone/>
            </a:pPr>
            <a:r>
              <a:rPr lang="en-US" sz="800" dirty="0"/>
              <a:t>			</a:t>
            </a:r>
            <a:r>
              <a:rPr lang="en-US" sz="800" dirty="0" err="1"/>
              <a:t>delay_ms</a:t>
            </a:r>
            <a:r>
              <a:rPr lang="en-US" sz="800" dirty="0"/>
              <a:t>(500);</a:t>
            </a:r>
          </a:p>
          <a:p>
            <a:pPr marL="139700" indent="0">
              <a:buNone/>
            </a:pPr>
            <a:r>
              <a:rPr lang="en-US" sz="800" dirty="0"/>
              <a:t>			//6.Send a low</a:t>
            </a:r>
          </a:p>
          <a:p>
            <a:pPr marL="139700" indent="0">
              <a:buNone/>
            </a:pPr>
            <a:r>
              <a:rPr lang="en-US" sz="800" dirty="0"/>
              <a:t>			LPC_GPIO4-&gt;PIN= 0x00;</a:t>
            </a:r>
          </a:p>
          <a:p>
            <a:pPr marL="139700" indent="0">
              <a:buNone/>
            </a:pPr>
            <a:r>
              <a:rPr lang="en-US" sz="800" dirty="0"/>
              <a:t>			//7.Pause the system for few milliseconds</a:t>
            </a:r>
          </a:p>
          <a:p>
            <a:pPr marL="139700" indent="0">
              <a:buNone/>
            </a:pPr>
            <a:r>
              <a:rPr lang="en-US" sz="800" dirty="0"/>
              <a:t>			</a:t>
            </a:r>
            <a:r>
              <a:rPr lang="en-US" sz="800" dirty="0" err="1"/>
              <a:t>delay_ms</a:t>
            </a:r>
            <a:r>
              <a:rPr lang="en-US" sz="800" dirty="0"/>
              <a:t>(500);</a:t>
            </a:r>
          </a:p>
          <a:p>
            <a:pPr marL="139700" indent="0">
              <a:buNone/>
            </a:pPr>
            <a:r>
              <a:rPr lang="en-US" sz="800" dirty="0"/>
              <a:t>		}</a:t>
            </a:r>
          </a:p>
          <a:p>
            <a:pPr marL="139700" indent="0">
              <a:buNone/>
            </a:pPr>
            <a:r>
              <a:rPr lang="en-US" sz="800" dirty="0"/>
              <a:t>}</a:t>
            </a:r>
          </a:p>
          <a:p>
            <a:pPr marL="139700" indent="0">
              <a:buNone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58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void </a:t>
            </a:r>
            <a:r>
              <a:rPr lang="en-US" dirty="0" err="1"/>
              <a:t>delay_ms</a:t>
            </a:r>
            <a:r>
              <a:rPr lang="en-US" dirty="0"/>
              <a:t>(long </a:t>
            </a:r>
            <a:r>
              <a:rPr lang="en-US" dirty="0" err="1"/>
              <a:t>ms</a:t>
            </a:r>
            <a:r>
              <a:rPr lang="en-US" dirty="0"/>
              <a:t>) 					// delay 1 </a:t>
            </a:r>
            <a:r>
              <a:rPr lang="en-US" dirty="0" err="1"/>
              <a:t>ms</a:t>
            </a:r>
            <a:r>
              <a:rPr lang="en-US" dirty="0"/>
              <a:t> per count @ CCLK 120 MHz</a:t>
            </a:r>
          </a:p>
          <a:p>
            <a:pPr marL="139700" indent="0">
              <a:buNone/>
            </a:pPr>
            <a:r>
              <a:rPr lang="en-US" dirty="0"/>
              <a:t>{</a:t>
            </a:r>
          </a:p>
          <a:p>
            <a:pPr marL="139700" indent="0">
              <a:buNone/>
            </a:pPr>
            <a:r>
              <a:rPr lang="en-US" dirty="0"/>
              <a:t>		long </a:t>
            </a:r>
            <a:r>
              <a:rPr lang="en-US" dirty="0" err="1"/>
              <a:t>i,j</a:t>
            </a:r>
            <a:r>
              <a:rPr lang="en-US" dirty="0"/>
              <a:t>;</a:t>
            </a:r>
          </a:p>
          <a:p>
            <a:pPr marL="139700" indent="0">
              <a:buNone/>
            </a:pPr>
            <a:r>
              <a:rPr lang="nn-NO" dirty="0"/>
              <a:t>		for (i = 0; i &lt; ms; i++ )</a:t>
            </a:r>
          </a:p>
          <a:p>
            <a:pPr marL="139700" indent="0">
              <a:buNone/>
            </a:pPr>
            <a:r>
              <a:rPr lang="en-US" dirty="0"/>
              <a:t>		for (j = 0; j &lt; 26659; </a:t>
            </a:r>
            <a:r>
              <a:rPr lang="en-US" dirty="0" err="1"/>
              <a:t>j++</a:t>
            </a:r>
            <a:r>
              <a:rPr lang="en-US" dirty="0"/>
              <a:t> );</a:t>
            </a:r>
          </a:p>
          <a:p>
            <a:pPr marL="139700" indent="0">
              <a:buNone/>
            </a:pPr>
            <a:r>
              <a:rPr lang="en-US" dirty="0"/>
              <a:t>}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55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192" y="0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IN" sz="800" dirty="0"/>
              <a:t> #include "LPC407x_8x_177x_8x.h"</a:t>
            </a:r>
          </a:p>
          <a:p>
            <a:pPr marL="139700" indent="0">
              <a:buNone/>
            </a:pPr>
            <a:endParaRPr lang="en-IN" sz="800" dirty="0"/>
          </a:p>
          <a:p>
            <a:pPr marL="139700" indent="0">
              <a:buNone/>
            </a:pPr>
            <a:r>
              <a:rPr lang="en-IN" sz="800" dirty="0"/>
              <a:t>void </a:t>
            </a:r>
            <a:r>
              <a:rPr lang="en-IN" sz="800" dirty="0" err="1"/>
              <a:t>delay_ms</a:t>
            </a:r>
            <a:r>
              <a:rPr lang="en-IN" sz="800" dirty="0"/>
              <a:t>(long </a:t>
            </a:r>
            <a:r>
              <a:rPr lang="en-IN" sz="800" dirty="0" err="1"/>
              <a:t>ms</a:t>
            </a:r>
            <a:r>
              <a:rPr lang="en-IN" sz="800" dirty="0"/>
              <a:t>);</a:t>
            </a:r>
          </a:p>
          <a:p>
            <a:pPr marL="139700" indent="0">
              <a:buNone/>
            </a:pPr>
            <a:r>
              <a:rPr lang="en-IN" sz="800" dirty="0"/>
              <a:t>	</a:t>
            </a:r>
          </a:p>
          <a:p>
            <a:pPr marL="139700" indent="0">
              <a:buNone/>
            </a:pPr>
            <a:r>
              <a:rPr lang="en-IN" sz="800" dirty="0" err="1"/>
              <a:t>int</a:t>
            </a:r>
            <a:r>
              <a:rPr lang="en-IN" sz="800" dirty="0"/>
              <a:t> main(void)</a:t>
            </a:r>
          </a:p>
          <a:p>
            <a:pPr marL="139700" indent="0">
              <a:buNone/>
            </a:pPr>
            <a:r>
              <a:rPr lang="en-IN" sz="800" dirty="0"/>
              <a:t>{</a:t>
            </a:r>
          </a:p>
          <a:p>
            <a:pPr marL="139700" indent="0">
              <a:buNone/>
            </a:pPr>
            <a:r>
              <a:rPr lang="en-IN" sz="800" dirty="0"/>
              <a:t>		//1. Set the PCGPIO bit</a:t>
            </a:r>
          </a:p>
          <a:p>
            <a:pPr marL="139700" indent="0">
              <a:buNone/>
            </a:pPr>
            <a:r>
              <a:rPr lang="en-IN" sz="800" dirty="0"/>
              <a:t>		LPC_SC-&gt;PCONP |= (1&lt;&lt;15);</a:t>
            </a:r>
          </a:p>
          <a:p>
            <a:pPr marL="139700" indent="0">
              <a:buNone/>
            </a:pPr>
            <a:r>
              <a:rPr lang="en-IN" sz="800" dirty="0"/>
              <a:t>	</a:t>
            </a:r>
          </a:p>
          <a:p>
            <a:pPr marL="139700" indent="0">
              <a:buNone/>
            </a:pPr>
            <a:r>
              <a:rPr lang="en-IN" sz="800" dirty="0"/>
              <a:t>		//2. Configure pins P4.0 to P4.15 as GPIO pins</a:t>
            </a:r>
          </a:p>
          <a:p>
            <a:pPr marL="139700" indent="0">
              <a:buNone/>
            </a:pPr>
            <a:r>
              <a:rPr lang="en-IN" sz="800" dirty="0"/>
              <a:t>		LPC_IOCON-&gt;P4_0 = 0;</a:t>
            </a:r>
          </a:p>
          <a:p>
            <a:pPr marL="139700" indent="0">
              <a:buNone/>
            </a:pPr>
            <a:r>
              <a:rPr lang="en-IN" sz="800" dirty="0"/>
              <a:t>		LPC_IOCON-&gt;P4_1 = 0;</a:t>
            </a:r>
          </a:p>
          <a:p>
            <a:pPr marL="139700" indent="0">
              <a:buNone/>
            </a:pPr>
            <a:r>
              <a:rPr lang="en-IN" sz="800" dirty="0"/>
              <a:t>		LPC_IOCON-&gt;P4_2 = 0;</a:t>
            </a:r>
          </a:p>
          <a:p>
            <a:pPr marL="139700" indent="0">
              <a:buNone/>
            </a:pPr>
            <a:r>
              <a:rPr lang="en-IN" sz="800" dirty="0"/>
              <a:t>		LPC_IOCON-&gt;P4_3 = 0;</a:t>
            </a:r>
          </a:p>
          <a:p>
            <a:pPr marL="139700" indent="0">
              <a:buNone/>
            </a:pPr>
            <a:r>
              <a:rPr lang="en-IN" sz="800" dirty="0"/>
              <a:t>		LPC_IOCON-&gt;P4_4 = 0;</a:t>
            </a:r>
          </a:p>
          <a:p>
            <a:pPr marL="139700" indent="0">
              <a:buNone/>
            </a:pPr>
            <a:r>
              <a:rPr lang="en-IN" sz="800" dirty="0"/>
              <a:t>		LPC_IOCON-&gt;P4_5 = 0;</a:t>
            </a:r>
          </a:p>
          <a:p>
            <a:pPr marL="139700" indent="0">
              <a:buNone/>
            </a:pPr>
            <a:r>
              <a:rPr lang="en-IN" sz="800" dirty="0"/>
              <a:t>		LPC_IOCON-&gt;P4_6 = 0;</a:t>
            </a:r>
          </a:p>
          <a:p>
            <a:pPr marL="139700" indent="0">
              <a:buNone/>
            </a:pPr>
            <a:r>
              <a:rPr lang="en-IN" sz="800" dirty="0"/>
              <a:t>		LPC_IOCON-&gt;P4_7 = 0;</a:t>
            </a:r>
          </a:p>
          <a:p>
            <a:pPr marL="139700" indent="0">
              <a:buNone/>
            </a:pPr>
            <a:r>
              <a:rPr lang="en-IN" sz="800" dirty="0"/>
              <a:t>		LPC_IOCON-&gt;P4_8 = 0;</a:t>
            </a:r>
          </a:p>
          <a:p>
            <a:pPr marL="139700" indent="0">
              <a:buNone/>
            </a:pPr>
            <a:r>
              <a:rPr lang="en-IN" sz="800" dirty="0"/>
              <a:t>		LPC_IOCON-&gt;P4_9 = 0;</a:t>
            </a:r>
          </a:p>
          <a:p>
            <a:pPr marL="139700" indent="0">
              <a:buNone/>
            </a:pPr>
            <a:r>
              <a:rPr lang="en-IN" sz="800" dirty="0"/>
              <a:t>		LPC_IOCON-&gt;P4_10 = 0;</a:t>
            </a:r>
          </a:p>
          <a:p>
            <a:pPr marL="139700" indent="0">
              <a:buNone/>
            </a:pPr>
            <a:r>
              <a:rPr lang="en-IN" sz="800" dirty="0"/>
              <a:t>		LPC_IOCON-&gt;P4_11 = 0;</a:t>
            </a:r>
          </a:p>
          <a:p>
            <a:pPr marL="139700" indent="0">
              <a:buNone/>
            </a:pPr>
            <a:r>
              <a:rPr lang="en-IN" sz="800" dirty="0"/>
              <a:t>		LPC_IOCON-&gt;P4_12 = 0;</a:t>
            </a:r>
          </a:p>
          <a:p>
            <a:pPr marL="139700" indent="0">
              <a:buNone/>
            </a:pPr>
            <a:r>
              <a:rPr lang="en-IN" sz="800" dirty="0"/>
              <a:t>		LPC_IOCON-&gt;P4_13 = 0;</a:t>
            </a:r>
          </a:p>
          <a:p>
            <a:pPr marL="139700" indent="0">
              <a:buNone/>
            </a:pPr>
            <a:r>
              <a:rPr lang="en-IN" sz="800" dirty="0"/>
              <a:t>		LPC_IOCON-&gt;P4_14 = 0;</a:t>
            </a:r>
          </a:p>
          <a:p>
            <a:pPr marL="139700" indent="0">
              <a:buNone/>
            </a:pPr>
            <a:r>
              <a:rPr lang="en-IN" sz="800" dirty="0"/>
              <a:t>		LPC_IOCON-&gt;P4_15 = 0;</a:t>
            </a:r>
          </a:p>
          <a:p>
            <a:pPr marL="139700" indent="0">
              <a:buNone/>
            </a:pPr>
            <a:r>
              <a:rPr lang="en-IN" sz="800" dirty="0"/>
              <a:t>	</a:t>
            </a:r>
          </a:p>
          <a:p>
            <a:pPr marL="139700" indent="0">
              <a:buNone/>
            </a:pPr>
            <a:r>
              <a:rPr lang="en-IN" sz="800" dirty="0"/>
              <a:t>		//3. Configure the pins P4.0 to P4.7 as output</a:t>
            </a:r>
          </a:p>
          <a:p>
            <a:pPr marL="139700" indent="0">
              <a:buNone/>
            </a:pPr>
            <a:r>
              <a:rPr lang="en-IN" sz="800" dirty="0"/>
              <a:t>		//   SWITCH pins P4.8 to P4.15 as input</a:t>
            </a:r>
          </a:p>
          <a:p>
            <a:pPr marL="139700" indent="0">
              <a:buNone/>
            </a:pPr>
            <a:r>
              <a:rPr lang="en-IN" sz="800" dirty="0"/>
              <a:t>		LPC_GPIO4-&gt;DIR= 0x00FF;</a:t>
            </a:r>
          </a:p>
          <a:p>
            <a:pPr marL="139700" indent="0">
              <a:buNone/>
            </a:pPr>
            <a:r>
              <a:rPr lang="en-IN" sz="800" dirty="0"/>
              <a:t>	</a:t>
            </a:r>
          </a:p>
          <a:p>
            <a:pPr marL="139700" indent="0">
              <a:buNone/>
            </a:pPr>
            <a:r>
              <a:rPr lang="en-IN" sz="800" dirty="0"/>
              <a:t>		while(1)</a:t>
            </a:r>
          </a:p>
          <a:p>
            <a:pPr marL="139700" indent="0">
              <a:buNone/>
            </a:pPr>
            <a:r>
              <a:rPr lang="en-IN" sz="800" dirty="0"/>
              <a:t>		{</a:t>
            </a:r>
          </a:p>
          <a:p>
            <a:pPr marL="139700" indent="0">
              <a:buNone/>
            </a:pPr>
            <a:r>
              <a:rPr lang="en-IN" sz="800" dirty="0"/>
              <a:t>			//4. Read the Switch Status and display it in LEDs</a:t>
            </a:r>
          </a:p>
          <a:p>
            <a:pPr marL="139700" indent="0">
              <a:buNone/>
            </a:pPr>
            <a:r>
              <a:rPr lang="en-IN" sz="800" dirty="0"/>
              <a:t>			LPC_GPIO4-&gt;PIN &gt;&gt;= 8;</a:t>
            </a:r>
          </a:p>
          <a:p>
            <a:pPr marL="139700" indent="0">
              <a:buNone/>
            </a:pPr>
            <a:r>
              <a:rPr lang="en-IN" sz="800" dirty="0"/>
              <a:t>			</a:t>
            </a:r>
            <a:r>
              <a:rPr lang="en-IN" sz="800" dirty="0" err="1"/>
              <a:t>delay_ms</a:t>
            </a:r>
            <a:r>
              <a:rPr lang="en-IN" sz="800" dirty="0"/>
              <a:t>(50);</a:t>
            </a:r>
          </a:p>
          <a:p>
            <a:pPr marL="139700" indent="0">
              <a:buNone/>
            </a:pPr>
            <a:r>
              <a:rPr lang="en-IN" sz="800" dirty="0"/>
              <a:t>		}</a:t>
            </a:r>
          </a:p>
          <a:p>
            <a:pPr marL="139700" indent="0">
              <a:buNone/>
            </a:pPr>
            <a:r>
              <a:rPr lang="en-IN" sz="800" dirty="0"/>
              <a:t>}</a:t>
            </a:r>
          </a:p>
          <a:p>
            <a:pPr marL="139700" indent="0">
              <a:buNone/>
            </a:pPr>
            <a:endParaRPr lang="en-IN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2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dirty="0"/>
              <a:t>void </a:t>
            </a:r>
            <a:r>
              <a:rPr lang="en-IN" dirty="0" err="1"/>
              <a:t>delay_ms</a:t>
            </a:r>
            <a:r>
              <a:rPr lang="en-IN" dirty="0"/>
              <a:t>(long </a:t>
            </a:r>
            <a:r>
              <a:rPr lang="en-IN" dirty="0" err="1"/>
              <a:t>ms</a:t>
            </a:r>
            <a:r>
              <a:rPr lang="en-IN" dirty="0"/>
              <a:t>) 					// delay 1 </a:t>
            </a:r>
            <a:r>
              <a:rPr lang="en-IN" dirty="0" err="1"/>
              <a:t>ms</a:t>
            </a:r>
            <a:r>
              <a:rPr lang="en-IN" dirty="0"/>
              <a:t> per count @ CCLK 120 MHz</a:t>
            </a:r>
          </a:p>
          <a:p>
            <a:pPr marL="139700" indent="0">
              <a:buNone/>
            </a:pPr>
            <a:r>
              <a:rPr lang="en-IN" dirty="0"/>
              <a:t>{</a:t>
            </a:r>
          </a:p>
          <a:p>
            <a:pPr marL="139700" indent="0">
              <a:buNone/>
            </a:pPr>
            <a:r>
              <a:rPr lang="en-IN" dirty="0"/>
              <a:t>		long </a:t>
            </a:r>
            <a:r>
              <a:rPr lang="en-IN" dirty="0" err="1"/>
              <a:t>i,j</a:t>
            </a:r>
            <a:r>
              <a:rPr lang="en-IN" dirty="0"/>
              <a:t>;</a:t>
            </a:r>
          </a:p>
          <a:p>
            <a:pPr marL="139700" indent="0">
              <a:buNone/>
            </a:pPr>
            <a:r>
              <a:rPr lang="en-IN" dirty="0"/>
              <a:t>		for 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ms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 )</a:t>
            </a:r>
          </a:p>
          <a:p>
            <a:pPr marL="139700" indent="0">
              <a:buNone/>
            </a:pPr>
            <a:r>
              <a:rPr lang="en-IN" dirty="0"/>
              <a:t>		for (j = 0; j &lt; 26659; </a:t>
            </a:r>
            <a:r>
              <a:rPr lang="en-IN" dirty="0" err="1"/>
              <a:t>j++</a:t>
            </a:r>
            <a:r>
              <a:rPr lang="en-IN" dirty="0"/>
              <a:t> );</a:t>
            </a:r>
          </a:p>
          <a:p>
            <a:pPr marL="139700" indent="0">
              <a:buNone/>
            </a:pPr>
            <a:r>
              <a:rPr lang="en-IN" dirty="0"/>
              <a:t>}</a:t>
            </a:r>
          </a:p>
          <a:p>
            <a:pPr marL="139700" indent="0">
              <a:buNone/>
            </a:pPr>
            <a:endParaRPr lang="en-IN" dirty="0"/>
          </a:p>
          <a:p>
            <a:pPr marL="13970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25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5856</TotalTime>
  <Words>162</Words>
  <Application>Microsoft Office PowerPoint</Application>
  <PresentationFormat>On-screen Show (16:9)</PresentationFormat>
  <Paragraphs>132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Karla Regular</vt:lpstr>
      <vt:lpstr>Wingdings</vt:lpstr>
      <vt:lpstr>Fire sans extra</vt:lpstr>
      <vt:lpstr>Nunito</vt:lpstr>
      <vt:lpstr>Arial</vt:lpstr>
      <vt:lpstr>Roboto</vt:lpstr>
      <vt:lpstr>Montserrat</vt:lpstr>
      <vt:lpstr>Mathematics Subject for Middle School - 6th Grade: Algebra by Slidesgo</vt:lpstr>
      <vt:lpstr>Interfacing LED, Switch and Buzzer with LPC4088</vt:lpstr>
      <vt:lpstr>PowerPoint Presentation</vt:lpstr>
      <vt:lpstr>Mindset Lesson for the Day</vt:lpstr>
      <vt:lpstr>Embedded Sytem Design using Cortex M4-LPC4088</vt:lpstr>
      <vt:lpstr>LPC4088 BLOCK DIAGRAM</vt:lpstr>
      <vt:lpstr>LPC4088 </vt:lpstr>
      <vt:lpstr>LED Interface</vt:lpstr>
      <vt:lpstr>Slide Switch Interface</vt:lpstr>
      <vt:lpstr>Buzzer Interface</vt:lpstr>
      <vt:lpstr>Registers</vt:lpstr>
      <vt:lpstr>PowerPoint Presentation</vt:lpstr>
      <vt:lpstr>LED Blinking demo</vt:lpstr>
      <vt:lpstr>Delay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491</cp:revision>
  <dcterms:modified xsi:type="dcterms:W3CDTF">2021-07-14T15:05:40Z</dcterms:modified>
</cp:coreProperties>
</file>