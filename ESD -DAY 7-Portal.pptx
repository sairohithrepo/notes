
<file path=[Content_Types].xml><?xml version="1.0" encoding="utf-8"?>
<Types xmlns="http://schemas.openxmlformats.org/package/2006/content-types">
  <Default Extension="png" ContentType="image/png"/>
  <Default Extension="emf" ContentType="image/x-emf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5" r:id="rId1"/>
  </p:sldMasterIdLst>
  <p:notesMasterIdLst>
    <p:notesMasterId r:id="rId14"/>
  </p:notesMasterIdLst>
  <p:sldIdLst>
    <p:sldId id="256" r:id="rId2"/>
    <p:sldId id="387" r:id="rId3"/>
    <p:sldId id="363" r:id="rId4"/>
    <p:sldId id="389" r:id="rId5"/>
    <p:sldId id="379" r:id="rId6"/>
    <p:sldId id="390" r:id="rId7"/>
    <p:sldId id="380" r:id="rId8"/>
    <p:sldId id="381" r:id="rId9"/>
    <p:sldId id="376" r:id="rId10"/>
    <p:sldId id="377" r:id="rId11"/>
    <p:sldId id="378" r:id="rId12"/>
    <p:sldId id="348" r:id="rId13"/>
  </p:sldIdLst>
  <p:sldSz cx="9144000" cy="5143500" type="screen16x9"/>
  <p:notesSz cx="6858000" cy="9144000"/>
  <p:embeddedFontLst>
    <p:embeddedFont>
      <p:font typeface="Roboto" panose="02000000000000000000" pitchFamily="2" charset="0"/>
      <p:regular r:id="rId15"/>
      <p:bold r:id="rId16"/>
      <p:italic r:id="rId17"/>
      <p:boldItalic r:id="rId18"/>
    </p:embeddedFont>
    <p:embeddedFont>
      <p:font typeface="Montserrat" panose="00000500000000000000" pitchFamily="2" charset="0"/>
      <p:regular r:id="rId19"/>
      <p:bold r:id="rId20"/>
      <p:italic r:id="rId21"/>
      <p:boldItalic r:id="rId22"/>
    </p:embeddedFont>
    <p:embeddedFont>
      <p:font typeface="Karla Regular" panose="020B0604020202020204" charset="0"/>
      <p:bold r:id="rId23"/>
      <p:boldItalic r:id="rId24"/>
    </p:embeddedFont>
    <p:embeddedFont>
      <p:font typeface="Nunito" panose="020B0604020202020204" charset="0"/>
      <p:regular r:id="rId25"/>
      <p:bold r:id="rId26"/>
      <p:italic r:id="rId27"/>
      <p:boldItalic r:id="rId2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9AA0A6"/>
          </p15:clr>
        </p15:guide>
        <p15:guide id="2" pos="2880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C7D1900-AC4F-4A15-BEC6-FC9A572E3F83}">
  <a:tblStyle styleId="{7C7D1900-AC4F-4A15-BEC6-FC9A572E3F8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472" autoAdjust="0"/>
  </p:normalViewPr>
  <p:slideViewPr>
    <p:cSldViewPr snapToGrid="0">
      <p:cViewPr varScale="1">
        <p:scale>
          <a:sx n="110" d="100"/>
          <a:sy n="110" d="100"/>
        </p:scale>
        <p:origin x="658" y="10"/>
      </p:cViewPr>
      <p:guideLst>
        <p:guide orient="horz" pos="162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font" Target="fonts/font12.fntdata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font" Target="fonts/font11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0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openxmlformats.org/officeDocument/2006/relationships/font" Target="fonts/font14.fntdata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font" Target="fonts/font13.fntdata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2" name="Google Shape;2202;gcec4d2707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3" name="Google Shape;2203;gcec4d2707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2399960" y="826618"/>
            <a:ext cx="4287930" cy="3642388"/>
            <a:chOff x="4611450" y="3151300"/>
            <a:chExt cx="667725" cy="567200"/>
          </a:xfrm>
        </p:grpSpPr>
        <p:sp>
          <p:nvSpPr>
            <p:cNvPr id="10" name="Google Shape;10;p2"/>
            <p:cNvSpPr/>
            <p:nvPr/>
          </p:nvSpPr>
          <p:spPr>
            <a:xfrm>
              <a:off x="4703200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1" y="1"/>
                  </a:moveTo>
                  <a:lnTo>
                    <a:pt x="1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1;p2"/>
            <p:cNvSpPr/>
            <p:nvPr/>
          </p:nvSpPr>
          <p:spPr>
            <a:xfrm>
              <a:off x="478422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486427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4945300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502632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5107350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518837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4611450" y="3633550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4611450" y="3552525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4611450" y="3471500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4611450" y="3390475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4611450" y="3310425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1"/>
                  </a:moveTo>
                  <a:lnTo>
                    <a:pt x="26709" y="1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4611450" y="3229400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1"/>
                  </a:moveTo>
                  <a:lnTo>
                    <a:pt x="26709" y="1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3" name="Google Shape;23;p2"/>
          <p:cNvSpPr txBox="1">
            <a:spLocks noGrp="1"/>
          </p:cNvSpPr>
          <p:nvPr>
            <p:ph type="ctrTitle"/>
          </p:nvPr>
        </p:nvSpPr>
        <p:spPr>
          <a:xfrm>
            <a:off x="3080750" y="1003821"/>
            <a:ext cx="5781900" cy="2616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200"/>
              <a:buNone/>
              <a:defRPr sz="5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24" name="Google Shape;24;p2"/>
          <p:cNvSpPr txBox="1">
            <a:spLocks noGrp="1"/>
          </p:cNvSpPr>
          <p:nvPr>
            <p:ph type="subTitle" idx="1"/>
          </p:nvPr>
        </p:nvSpPr>
        <p:spPr>
          <a:xfrm>
            <a:off x="3080750" y="3610150"/>
            <a:ext cx="1591200" cy="475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25" name="Google Shape;25;p2"/>
          <p:cNvGrpSpPr/>
          <p:nvPr/>
        </p:nvGrpSpPr>
        <p:grpSpPr>
          <a:xfrm flipH="1">
            <a:off x="7641120" y="4577926"/>
            <a:ext cx="1051274" cy="787312"/>
            <a:chOff x="3585475" y="1537675"/>
            <a:chExt cx="649175" cy="486175"/>
          </a:xfrm>
        </p:grpSpPr>
        <p:sp>
          <p:nvSpPr>
            <p:cNvPr id="26" name="Google Shape;26;p2"/>
            <p:cNvSpPr/>
            <p:nvPr/>
          </p:nvSpPr>
          <p:spPr>
            <a:xfrm>
              <a:off x="35854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35854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1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35854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35854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1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03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1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2"/>
            <p:cNvSpPr/>
            <p:nvPr/>
          </p:nvSpPr>
          <p:spPr>
            <a:xfrm>
              <a:off x="3739700" y="1992575"/>
              <a:ext cx="30300" cy="31275"/>
            </a:xfrm>
            <a:custGeom>
              <a:avLst/>
              <a:gdLst/>
              <a:ahLst/>
              <a:cxnLst/>
              <a:rect l="l" t="t" r="r" b="b"/>
              <a:pathLst>
                <a:path w="1212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>
              <a:off x="3739700" y="18412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3739700" y="1688975"/>
              <a:ext cx="30300" cy="30300"/>
            </a:xfrm>
            <a:custGeom>
              <a:avLst/>
              <a:gdLst/>
              <a:ahLst/>
              <a:cxnLst/>
              <a:rect l="l" t="t" r="r" b="b"/>
              <a:pathLst>
                <a:path w="1212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3739700" y="15376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2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389492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2"/>
            <p:cNvSpPr/>
            <p:nvPr/>
          </p:nvSpPr>
          <p:spPr>
            <a:xfrm>
              <a:off x="389492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2"/>
            <p:cNvSpPr/>
            <p:nvPr/>
          </p:nvSpPr>
          <p:spPr>
            <a:xfrm>
              <a:off x="389492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2"/>
            <p:cNvSpPr/>
            <p:nvPr/>
          </p:nvSpPr>
          <p:spPr>
            <a:xfrm>
              <a:off x="389492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2"/>
            <p:cNvSpPr/>
            <p:nvPr/>
          </p:nvSpPr>
          <p:spPr>
            <a:xfrm>
              <a:off x="4049150" y="1992575"/>
              <a:ext cx="31275" cy="31275"/>
            </a:xfrm>
            <a:custGeom>
              <a:avLst/>
              <a:gdLst/>
              <a:ahLst/>
              <a:cxnLst/>
              <a:rect l="l" t="t" r="r" b="b"/>
              <a:pathLst>
                <a:path w="1251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50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9;p2"/>
            <p:cNvSpPr/>
            <p:nvPr/>
          </p:nvSpPr>
          <p:spPr>
            <a:xfrm>
              <a:off x="4049150" y="18412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40;p2"/>
            <p:cNvSpPr/>
            <p:nvPr/>
          </p:nvSpPr>
          <p:spPr>
            <a:xfrm>
              <a:off x="4049150" y="1688975"/>
              <a:ext cx="31275" cy="30300"/>
            </a:xfrm>
            <a:custGeom>
              <a:avLst/>
              <a:gdLst/>
              <a:ahLst/>
              <a:cxnLst/>
              <a:rect l="l" t="t" r="r" b="b"/>
              <a:pathLst>
                <a:path w="1251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50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>
              <a:off x="4049150" y="15376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3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42043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>
              <a:off x="42043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42043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>
              <a:off x="42043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59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6" name="Google Shape;46;p2"/>
          <p:cNvSpPr/>
          <p:nvPr/>
        </p:nvSpPr>
        <p:spPr>
          <a:xfrm flipH="1">
            <a:off x="7937525" y="1510200"/>
            <a:ext cx="786451" cy="787280"/>
          </a:xfrm>
          <a:custGeom>
            <a:avLst/>
            <a:gdLst/>
            <a:ahLst/>
            <a:cxnLst/>
            <a:rect l="l" t="t" r="r" b="b"/>
            <a:pathLst>
              <a:path w="36979" h="37018" extrusionOk="0">
                <a:moveTo>
                  <a:pt x="18509" y="1"/>
                </a:moveTo>
                <a:lnTo>
                  <a:pt x="17533" y="40"/>
                </a:lnTo>
                <a:lnTo>
                  <a:pt x="16595" y="118"/>
                </a:lnTo>
                <a:lnTo>
                  <a:pt x="15697" y="235"/>
                </a:lnTo>
                <a:lnTo>
                  <a:pt x="14760" y="391"/>
                </a:lnTo>
                <a:lnTo>
                  <a:pt x="13862" y="586"/>
                </a:lnTo>
                <a:lnTo>
                  <a:pt x="13003" y="860"/>
                </a:lnTo>
                <a:lnTo>
                  <a:pt x="12144" y="1133"/>
                </a:lnTo>
                <a:lnTo>
                  <a:pt x="11285" y="1484"/>
                </a:lnTo>
                <a:lnTo>
                  <a:pt x="10465" y="1836"/>
                </a:lnTo>
                <a:lnTo>
                  <a:pt x="9684" y="2265"/>
                </a:lnTo>
                <a:lnTo>
                  <a:pt x="8903" y="2695"/>
                </a:lnTo>
                <a:lnTo>
                  <a:pt x="8161" y="3163"/>
                </a:lnTo>
                <a:lnTo>
                  <a:pt x="7419" y="3671"/>
                </a:lnTo>
                <a:lnTo>
                  <a:pt x="6755" y="4257"/>
                </a:lnTo>
                <a:lnTo>
                  <a:pt x="6053" y="4803"/>
                </a:lnTo>
                <a:lnTo>
                  <a:pt x="5428" y="5428"/>
                </a:lnTo>
                <a:lnTo>
                  <a:pt x="4803" y="6092"/>
                </a:lnTo>
                <a:lnTo>
                  <a:pt x="4217" y="6756"/>
                </a:lnTo>
                <a:lnTo>
                  <a:pt x="3671" y="7459"/>
                </a:lnTo>
                <a:lnTo>
                  <a:pt x="3163" y="8162"/>
                </a:lnTo>
                <a:lnTo>
                  <a:pt x="2695" y="8903"/>
                </a:lnTo>
                <a:lnTo>
                  <a:pt x="2226" y="9684"/>
                </a:lnTo>
                <a:lnTo>
                  <a:pt x="1836" y="10504"/>
                </a:lnTo>
                <a:lnTo>
                  <a:pt x="1445" y="11324"/>
                </a:lnTo>
                <a:lnTo>
                  <a:pt x="1133" y="12144"/>
                </a:lnTo>
                <a:lnTo>
                  <a:pt x="820" y="13003"/>
                </a:lnTo>
                <a:lnTo>
                  <a:pt x="586" y="13901"/>
                </a:lnTo>
                <a:lnTo>
                  <a:pt x="391" y="14800"/>
                </a:lnTo>
                <a:lnTo>
                  <a:pt x="235" y="15698"/>
                </a:lnTo>
                <a:lnTo>
                  <a:pt x="117" y="16635"/>
                </a:lnTo>
                <a:lnTo>
                  <a:pt x="39" y="17572"/>
                </a:lnTo>
                <a:lnTo>
                  <a:pt x="0" y="18509"/>
                </a:lnTo>
                <a:lnTo>
                  <a:pt x="39" y="19446"/>
                </a:lnTo>
                <a:lnTo>
                  <a:pt x="117" y="20383"/>
                </a:lnTo>
                <a:lnTo>
                  <a:pt x="235" y="21320"/>
                </a:lnTo>
                <a:lnTo>
                  <a:pt x="391" y="22219"/>
                </a:lnTo>
                <a:lnTo>
                  <a:pt x="586" y="23117"/>
                </a:lnTo>
                <a:lnTo>
                  <a:pt x="820" y="24015"/>
                </a:lnTo>
                <a:lnTo>
                  <a:pt x="1133" y="24874"/>
                </a:lnTo>
                <a:lnTo>
                  <a:pt x="1445" y="25694"/>
                </a:lnTo>
                <a:lnTo>
                  <a:pt x="1836" y="26514"/>
                </a:lnTo>
                <a:lnTo>
                  <a:pt x="2226" y="27334"/>
                </a:lnTo>
                <a:lnTo>
                  <a:pt x="2695" y="28115"/>
                </a:lnTo>
                <a:lnTo>
                  <a:pt x="3163" y="28857"/>
                </a:lnTo>
                <a:lnTo>
                  <a:pt x="3671" y="29559"/>
                </a:lnTo>
                <a:lnTo>
                  <a:pt x="4217" y="30262"/>
                </a:lnTo>
                <a:lnTo>
                  <a:pt x="4803" y="30926"/>
                </a:lnTo>
                <a:lnTo>
                  <a:pt x="5428" y="31590"/>
                </a:lnTo>
                <a:lnTo>
                  <a:pt x="6053" y="32215"/>
                </a:lnTo>
                <a:lnTo>
                  <a:pt x="6755" y="32761"/>
                </a:lnTo>
                <a:lnTo>
                  <a:pt x="7419" y="33347"/>
                </a:lnTo>
                <a:lnTo>
                  <a:pt x="8161" y="33855"/>
                </a:lnTo>
                <a:lnTo>
                  <a:pt x="8903" y="34323"/>
                </a:lnTo>
                <a:lnTo>
                  <a:pt x="9684" y="34753"/>
                </a:lnTo>
                <a:lnTo>
                  <a:pt x="10465" y="35182"/>
                </a:lnTo>
                <a:lnTo>
                  <a:pt x="11285" y="35534"/>
                </a:lnTo>
                <a:lnTo>
                  <a:pt x="12144" y="35885"/>
                </a:lnTo>
                <a:lnTo>
                  <a:pt x="13003" y="36158"/>
                </a:lnTo>
                <a:lnTo>
                  <a:pt x="13862" y="36432"/>
                </a:lnTo>
                <a:lnTo>
                  <a:pt x="14760" y="36627"/>
                </a:lnTo>
                <a:lnTo>
                  <a:pt x="15697" y="36783"/>
                </a:lnTo>
                <a:lnTo>
                  <a:pt x="16595" y="36900"/>
                </a:lnTo>
                <a:lnTo>
                  <a:pt x="17533" y="36978"/>
                </a:lnTo>
                <a:lnTo>
                  <a:pt x="18509" y="37018"/>
                </a:lnTo>
                <a:lnTo>
                  <a:pt x="19446" y="36978"/>
                </a:lnTo>
                <a:lnTo>
                  <a:pt x="20383" y="36900"/>
                </a:lnTo>
                <a:lnTo>
                  <a:pt x="21320" y="36783"/>
                </a:lnTo>
                <a:lnTo>
                  <a:pt x="22218" y="36627"/>
                </a:lnTo>
                <a:lnTo>
                  <a:pt x="23116" y="36432"/>
                </a:lnTo>
                <a:lnTo>
                  <a:pt x="24015" y="36158"/>
                </a:lnTo>
                <a:lnTo>
                  <a:pt x="24874" y="35885"/>
                </a:lnTo>
                <a:lnTo>
                  <a:pt x="25694" y="35534"/>
                </a:lnTo>
                <a:lnTo>
                  <a:pt x="26514" y="35182"/>
                </a:lnTo>
                <a:lnTo>
                  <a:pt x="27334" y="34753"/>
                </a:lnTo>
                <a:lnTo>
                  <a:pt x="28075" y="34323"/>
                </a:lnTo>
                <a:lnTo>
                  <a:pt x="28856" y="33855"/>
                </a:lnTo>
                <a:lnTo>
                  <a:pt x="29559" y="33347"/>
                </a:lnTo>
                <a:lnTo>
                  <a:pt x="30262" y="32761"/>
                </a:lnTo>
                <a:lnTo>
                  <a:pt x="30926" y="32215"/>
                </a:lnTo>
                <a:lnTo>
                  <a:pt x="31590" y="31590"/>
                </a:lnTo>
                <a:lnTo>
                  <a:pt x="32175" y="30926"/>
                </a:lnTo>
                <a:lnTo>
                  <a:pt x="32761" y="30262"/>
                </a:lnTo>
                <a:lnTo>
                  <a:pt x="33308" y="29559"/>
                </a:lnTo>
                <a:lnTo>
                  <a:pt x="33855" y="28857"/>
                </a:lnTo>
                <a:lnTo>
                  <a:pt x="34323" y="28115"/>
                </a:lnTo>
                <a:lnTo>
                  <a:pt x="34753" y="27334"/>
                </a:lnTo>
                <a:lnTo>
                  <a:pt x="35182" y="26514"/>
                </a:lnTo>
                <a:lnTo>
                  <a:pt x="35534" y="25694"/>
                </a:lnTo>
                <a:lnTo>
                  <a:pt x="35885" y="24874"/>
                </a:lnTo>
                <a:lnTo>
                  <a:pt x="36158" y="24015"/>
                </a:lnTo>
                <a:lnTo>
                  <a:pt x="36432" y="23117"/>
                </a:lnTo>
                <a:lnTo>
                  <a:pt x="36627" y="22219"/>
                </a:lnTo>
                <a:lnTo>
                  <a:pt x="36783" y="21320"/>
                </a:lnTo>
                <a:lnTo>
                  <a:pt x="36900" y="20383"/>
                </a:lnTo>
                <a:lnTo>
                  <a:pt x="36978" y="19446"/>
                </a:lnTo>
                <a:lnTo>
                  <a:pt x="36978" y="18509"/>
                </a:lnTo>
                <a:lnTo>
                  <a:pt x="36978" y="17572"/>
                </a:lnTo>
                <a:lnTo>
                  <a:pt x="36900" y="16635"/>
                </a:lnTo>
                <a:lnTo>
                  <a:pt x="36783" y="15698"/>
                </a:lnTo>
                <a:lnTo>
                  <a:pt x="36627" y="14800"/>
                </a:lnTo>
                <a:lnTo>
                  <a:pt x="36432" y="13901"/>
                </a:lnTo>
                <a:lnTo>
                  <a:pt x="36158" y="13003"/>
                </a:lnTo>
                <a:lnTo>
                  <a:pt x="35885" y="12144"/>
                </a:lnTo>
                <a:lnTo>
                  <a:pt x="35534" y="11324"/>
                </a:lnTo>
                <a:lnTo>
                  <a:pt x="35182" y="10504"/>
                </a:lnTo>
                <a:lnTo>
                  <a:pt x="34753" y="9684"/>
                </a:lnTo>
                <a:lnTo>
                  <a:pt x="34323" y="8903"/>
                </a:lnTo>
                <a:lnTo>
                  <a:pt x="33855" y="8162"/>
                </a:lnTo>
                <a:lnTo>
                  <a:pt x="33308" y="7459"/>
                </a:lnTo>
                <a:lnTo>
                  <a:pt x="32761" y="6756"/>
                </a:lnTo>
                <a:lnTo>
                  <a:pt x="32175" y="6092"/>
                </a:lnTo>
                <a:lnTo>
                  <a:pt x="31590" y="5428"/>
                </a:lnTo>
                <a:lnTo>
                  <a:pt x="30926" y="4803"/>
                </a:lnTo>
                <a:lnTo>
                  <a:pt x="30262" y="4257"/>
                </a:lnTo>
                <a:lnTo>
                  <a:pt x="29559" y="3671"/>
                </a:lnTo>
                <a:lnTo>
                  <a:pt x="28856" y="3163"/>
                </a:lnTo>
                <a:lnTo>
                  <a:pt x="28075" y="2695"/>
                </a:lnTo>
                <a:lnTo>
                  <a:pt x="27334" y="2265"/>
                </a:lnTo>
                <a:lnTo>
                  <a:pt x="26514" y="1836"/>
                </a:lnTo>
                <a:lnTo>
                  <a:pt x="25694" y="1484"/>
                </a:lnTo>
                <a:lnTo>
                  <a:pt x="24874" y="1133"/>
                </a:lnTo>
                <a:lnTo>
                  <a:pt x="24015" y="860"/>
                </a:lnTo>
                <a:lnTo>
                  <a:pt x="23116" y="586"/>
                </a:lnTo>
                <a:lnTo>
                  <a:pt x="22218" y="391"/>
                </a:lnTo>
                <a:lnTo>
                  <a:pt x="21320" y="235"/>
                </a:lnTo>
                <a:lnTo>
                  <a:pt x="20383" y="118"/>
                </a:lnTo>
                <a:lnTo>
                  <a:pt x="19446" y="40"/>
                </a:lnTo>
                <a:lnTo>
                  <a:pt x="18509" y="1"/>
                </a:lnTo>
                <a:close/>
              </a:path>
            </a:pathLst>
          </a:custGeom>
          <a:solidFill>
            <a:srgbClr val="FFB4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47;p2"/>
          <p:cNvSpPr/>
          <p:nvPr/>
        </p:nvSpPr>
        <p:spPr>
          <a:xfrm flipH="1">
            <a:off x="8256002" y="1510202"/>
            <a:ext cx="1785851" cy="1785884"/>
          </a:xfrm>
          <a:custGeom>
            <a:avLst/>
            <a:gdLst/>
            <a:ahLst/>
            <a:cxnLst/>
            <a:rect l="l" t="t" r="r" b="b"/>
            <a:pathLst>
              <a:path w="53730" h="53731" fill="none" extrusionOk="0">
                <a:moveTo>
                  <a:pt x="53730" y="26865"/>
                </a:moveTo>
                <a:lnTo>
                  <a:pt x="53730" y="26865"/>
                </a:lnTo>
                <a:lnTo>
                  <a:pt x="53691" y="28232"/>
                </a:lnTo>
                <a:lnTo>
                  <a:pt x="53613" y="29599"/>
                </a:lnTo>
                <a:lnTo>
                  <a:pt x="53418" y="30965"/>
                </a:lnTo>
                <a:lnTo>
                  <a:pt x="53183" y="32293"/>
                </a:lnTo>
                <a:lnTo>
                  <a:pt x="52910" y="33582"/>
                </a:lnTo>
                <a:lnTo>
                  <a:pt x="52520" y="34870"/>
                </a:lnTo>
                <a:lnTo>
                  <a:pt x="52129" y="36120"/>
                </a:lnTo>
                <a:lnTo>
                  <a:pt x="51621" y="37330"/>
                </a:lnTo>
                <a:lnTo>
                  <a:pt x="51075" y="38502"/>
                </a:lnTo>
                <a:lnTo>
                  <a:pt x="50489" y="39673"/>
                </a:lnTo>
                <a:lnTo>
                  <a:pt x="49864" y="40805"/>
                </a:lnTo>
                <a:lnTo>
                  <a:pt x="49161" y="41899"/>
                </a:lnTo>
                <a:lnTo>
                  <a:pt x="48420" y="42953"/>
                </a:lnTo>
                <a:lnTo>
                  <a:pt x="47600" y="43968"/>
                </a:lnTo>
                <a:lnTo>
                  <a:pt x="46780" y="44944"/>
                </a:lnTo>
                <a:lnTo>
                  <a:pt x="45881" y="45882"/>
                </a:lnTo>
                <a:lnTo>
                  <a:pt x="44944" y="46741"/>
                </a:lnTo>
                <a:lnTo>
                  <a:pt x="43968" y="47600"/>
                </a:lnTo>
                <a:lnTo>
                  <a:pt x="42953" y="48381"/>
                </a:lnTo>
                <a:lnTo>
                  <a:pt x="41899" y="49161"/>
                </a:lnTo>
                <a:lnTo>
                  <a:pt x="40805" y="49825"/>
                </a:lnTo>
                <a:lnTo>
                  <a:pt x="39673" y="50489"/>
                </a:lnTo>
                <a:lnTo>
                  <a:pt x="38501" y="51075"/>
                </a:lnTo>
                <a:lnTo>
                  <a:pt x="37330" y="51621"/>
                </a:lnTo>
                <a:lnTo>
                  <a:pt x="36120" y="52090"/>
                </a:lnTo>
                <a:lnTo>
                  <a:pt x="34870" y="52520"/>
                </a:lnTo>
                <a:lnTo>
                  <a:pt x="33581" y="52871"/>
                </a:lnTo>
                <a:lnTo>
                  <a:pt x="32293" y="53183"/>
                </a:lnTo>
                <a:lnTo>
                  <a:pt x="30965" y="53418"/>
                </a:lnTo>
                <a:lnTo>
                  <a:pt x="29638" y="53613"/>
                </a:lnTo>
                <a:lnTo>
                  <a:pt x="28271" y="53691"/>
                </a:lnTo>
                <a:lnTo>
                  <a:pt x="26865" y="53730"/>
                </a:lnTo>
                <a:lnTo>
                  <a:pt x="26865" y="53730"/>
                </a:lnTo>
                <a:lnTo>
                  <a:pt x="25499" y="53691"/>
                </a:lnTo>
                <a:lnTo>
                  <a:pt x="24132" y="53613"/>
                </a:lnTo>
                <a:lnTo>
                  <a:pt x="22765" y="53418"/>
                </a:lnTo>
                <a:lnTo>
                  <a:pt x="21477" y="53183"/>
                </a:lnTo>
                <a:lnTo>
                  <a:pt x="20149" y="52871"/>
                </a:lnTo>
                <a:lnTo>
                  <a:pt x="18900" y="52520"/>
                </a:lnTo>
                <a:lnTo>
                  <a:pt x="17650" y="52090"/>
                </a:lnTo>
                <a:lnTo>
                  <a:pt x="16401" y="51621"/>
                </a:lnTo>
                <a:lnTo>
                  <a:pt x="15229" y="51075"/>
                </a:lnTo>
                <a:lnTo>
                  <a:pt x="14058" y="50489"/>
                </a:lnTo>
                <a:lnTo>
                  <a:pt x="12925" y="49825"/>
                </a:lnTo>
                <a:lnTo>
                  <a:pt x="11832" y="49161"/>
                </a:lnTo>
                <a:lnTo>
                  <a:pt x="10778" y="48381"/>
                </a:lnTo>
                <a:lnTo>
                  <a:pt x="9762" y="47600"/>
                </a:lnTo>
                <a:lnTo>
                  <a:pt x="8825" y="46741"/>
                </a:lnTo>
                <a:lnTo>
                  <a:pt x="7888" y="45882"/>
                </a:lnTo>
                <a:lnTo>
                  <a:pt x="6990" y="44944"/>
                </a:lnTo>
                <a:lnTo>
                  <a:pt x="6131" y="43968"/>
                </a:lnTo>
                <a:lnTo>
                  <a:pt x="5350" y="42953"/>
                </a:lnTo>
                <a:lnTo>
                  <a:pt x="4608" y="41899"/>
                </a:lnTo>
                <a:lnTo>
                  <a:pt x="3905" y="40805"/>
                </a:lnTo>
                <a:lnTo>
                  <a:pt x="3242" y="39673"/>
                </a:lnTo>
                <a:lnTo>
                  <a:pt x="2656" y="38502"/>
                </a:lnTo>
                <a:lnTo>
                  <a:pt x="2109" y="37330"/>
                </a:lnTo>
                <a:lnTo>
                  <a:pt x="1641" y="36120"/>
                </a:lnTo>
                <a:lnTo>
                  <a:pt x="1211" y="34870"/>
                </a:lnTo>
                <a:lnTo>
                  <a:pt x="860" y="33582"/>
                </a:lnTo>
                <a:lnTo>
                  <a:pt x="547" y="32293"/>
                </a:lnTo>
                <a:lnTo>
                  <a:pt x="313" y="30965"/>
                </a:lnTo>
                <a:lnTo>
                  <a:pt x="157" y="29599"/>
                </a:lnTo>
                <a:lnTo>
                  <a:pt x="40" y="28232"/>
                </a:lnTo>
                <a:lnTo>
                  <a:pt x="1" y="26865"/>
                </a:lnTo>
                <a:lnTo>
                  <a:pt x="1" y="26865"/>
                </a:lnTo>
                <a:lnTo>
                  <a:pt x="40" y="25499"/>
                </a:lnTo>
                <a:lnTo>
                  <a:pt x="157" y="24132"/>
                </a:lnTo>
                <a:lnTo>
                  <a:pt x="313" y="22765"/>
                </a:lnTo>
                <a:lnTo>
                  <a:pt x="547" y="21438"/>
                </a:lnTo>
                <a:lnTo>
                  <a:pt x="860" y="20149"/>
                </a:lnTo>
                <a:lnTo>
                  <a:pt x="1211" y="18861"/>
                </a:lnTo>
                <a:lnTo>
                  <a:pt x="1641" y="17611"/>
                </a:lnTo>
                <a:lnTo>
                  <a:pt x="2109" y="16401"/>
                </a:lnTo>
                <a:lnTo>
                  <a:pt x="2656" y="15229"/>
                </a:lnTo>
                <a:lnTo>
                  <a:pt x="3242" y="14058"/>
                </a:lnTo>
                <a:lnTo>
                  <a:pt x="3905" y="12926"/>
                </a:lnTo>
                <a:lnTo>
                  <a:pt x="4608" y="11832"/>
                </a:lnTo>
                <a:lnTo>
                  <a:pt x="5350" y="10778"/>
                </a:lnTo>
                <a:lnTo>
                  <a:pt x="6131" y="9763"/>
                </a:lnTo>
                <a:lnTo>
                  <a:pt x="6990" y="8786"/>
                </a:lnTo>
                <a:lnTo>
                  <a:pt x="7888" y="7849"/>
                </a:lnTo>
                <a:lnTo>
                  <a:pt x="8825" y="6990"/>
                </a:lnTo>
                <a:lnTo>
                  <a:pt x="9762" y="6131"/>
                </a:lnTo>
                <a:lnTo>
                  <a:pt x="10778" y="5350"/>
                </a:lnTo>
                <a:lnTo>
                  <a:pt x="11832" y="4569"/>
                </a:lnTo>
                <a:lnTo>
                  <a:pt x="12925" y="3906"/>
                </a:lnTo>
                <a:lnTo>
                  <a:pt x="14058" y="3242"/>
                </a:lnTo>
                <a:lnTo>
                  <a:pt x="15229" y="2656"/>
                </a:lnTo>
                <a:lnTo>
                  <a:pt x="16401" y="2109"/>
                </a:lnTo>
                <a:lnTo>
                  <a:pt x="17650" y="1641"/>
                </a:lnTo>
                <a:lnTo>
                  <a:pt x="18900" y="1211"/>
                </a:lnTo>
                <a:lnTo>
                  <a:pt x="20149" y="860"/>
                </a:lnTo>
                <a:lnTo>
                  <a:pt x="21477" y="547"/>
                </a:lnTo>
                <a:lnTo>
                  <a:pt x="22765" y="313"/>
                </a:lnTo>
                <a:lnTo>
                  <a:pt x="24132" y="118"/>
                </a:lnTo>
                <a:lnTo>
                  <a:pt x="25499" y="40"/>
                </a:lnTo>
                <a:lnTo>
                  <a:pt x="26865" y="1"/>
                </a:lnTo>
                <a:lnTo>
                  <a:pt x="26865" y="1"/>
                </a:lnTo>
                <a:lnTo>
                  <a:pt x="28271" y="40"/>
                </a:lnTo>
                <a:lnTo>
                  <a:pt x="29638" y="118"/>
                </a:lnTo>
                <a:lnTo>
                  <a:pt x="30965" y="313"/>
                </a:lnTo>
                <a:lnTo>
                  <a:pt x="32293" y="547"/>
                </a:lnTo>
                <a:lnTo>
                  <a:pt x="33581" y="860"/>
                </a:lnTo>
                <a:lnTo>
                  <a:pt x="34870" y="1211"/>
                </a:lnTo>
                <a:lnTo>
                  <a:pt x="36120" y="1641"/>
                </a:lnTo>
                <a:lnTo>
                  <a:pt x="37330" y="2109"/>
                </a:lnTo>
                <a:lnTo>
                  <a:pt x="38501" y="2656"/>
                </a:lnTo>
                <a:lnTo>
                  <a:pt x="39673" y="3242"/>
                </a:lnTo>
                <a:lnTo>
                  <a:pt x="40805" y="3906"/>
                </a:lnTo>
                <a:lnTo>
                  <a:pt x="41899" y="4569"/>
                </a:lnTo>
                <a:lnTo>
                  <a:pt x="42953" y="5350"/>
                </a:lnTo>
                <a:lnTo>
                  <a:pt x="43968" y="6131"/>
                </a:lnTo>
                <a:lnTo>
                  <a:pt x="44944" y="6990"/>
                </a:lnTo>
                <a:lnTo>
                  <a:pt x="45881" y="7849"/>
                </a:lnTo>
                <a:lnTo>
                  <a:pt x="46780" y="8786"/>
                </a:lnTo>
                <a:lnTo>
                  <a:pt x="47600" y="9763"/>
                </a:lnTo>
                <a:lnTo>
                  <a:pt x="48420" y="10778"/>
                </a:lnTo>
                <a:lnTo>
                  <a:pt x="49161" y="11832"/>
                </a:lnTo>
                <a:lnTo>
                  <a:pt x="49864" y="12926"/>
                </a:lnTo>
                <a:lnTo>
                  <a:pt x="50489" y="14058"/>
                </a:lnTo>
                <a:lnTo>
                  <a:pt x="51075" y="15229"/>
                </a:lnTo>
                <a:lnTo>
                  <a:pt x="51621" y="16401"/>
                </a:lnTo>
                <a:lnTo>
                  <a:pt x="52129" y="17611"/>
                </a:lnTo>
                <a:lnTo>
                  <a:pt x="52520" y="18861"/>
                </a:lnTo>
                <a:lnTo>
                  <a:pt x="52910" y="20149"/>
                </a:lnTo>
                <a:lnTo>
                  <a:pt x="53183" y="21438"/>
                </a:lnTo>
                <a:lnTo>
                  <a:pt x="53418" y="22765"/>
                </a:lnTo>
                <a:lnTo>
                  <a:pt x="53613" y="24132"/>
                </a:lnTo>
                <a:lnTo>
                  <a:pt x="53691" y="25499"/>
                </a:lnTo>
                <a:lnTo>
                  <a:pt x="53730" y="26865"/>
                </a:lnTo>
                <a:lnTo>
                  <a:pt x="53730" y="26865"/>
                </a:lnTo>
                <a:close/>
              </a:path>
            </a:pathLst>
          </a:custGeom>
          <a:noFill/>
          <a:ln w="23425" cap="rnd" cmpd="sng">
            <a:solidFill>
              <a:srgbClr val="FF314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TITLE_ONLY_1">
    <p:spTree>
      <p:nvGrpSpPr>
        <p:cNvPr id="1" name="Shape 1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3" name="Google Shape;1383;p2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grpSp>
        <p:nvGrpSpPr>
          <p:cNvPr id="1384" name="Google Shape;1384;p26"/>
          <p:cNvGrpSpPr/>
          <p:nvPr/>
        </p:nvGrpSpPr>
        <p:grpSpPr>
          <a:xfrm>
            <a:off x="359957" y="-418499"/>
            <a:ext cx="1051274" cy="787312"/>
            <a:chOff x="3585475" y="1537675"/>
            <a:chExt cx="649175" cy="486175"/>
          </a:xfrm>
        </p:grpSpPr>
        <p:sp>
          <p:nvSpPr>
            <p:cNvPr id="1385" name="Google Shape;1385;p26"/>
            <p:cNvSpPr/>
            <p:nvPr/>
          </p:nvSpPr>
          <p:spPr>
            <a:xfrm>
              <a:off x="35854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6" name="Google Shape;1386;p26"/>
            <p:cNvSpPr/>
            <p:nvPr/>
          </p:nvSpPr>
          <p:spPr>
            <a:xfrm>
              <a:off x="35854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1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7" name="Google Shape;1387;p26"/>
            <p:cNvSpPr/>
            <p:nvPr/>
          </p:nvSpPr>
          <p:spPr>
            <a:xfrm>
              <a:off x="35854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8" name="Google Shape;1388;p26"/>
            <p:cNvSpPr/>
            <p:nvPr/>
          </p:nvSpPr>
          <p:spPr>
            <a:xfrm>
              <a:off x="35854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1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03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1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9" name="Google Shape;1389;p26"/>
            <p:cNvSpPr/>
            <p:nvPr/>
          </p:nvSpPr>
          <p:spPr>
            <a:xfrm>
              <a:off x="3739700" y="1992575"/>
              <a:ext cx="30300" cy="31275"/>
            </a:xfrm>
            <a:custGeom>
              <a:avLst/>
              <a:gdLst/>
              <a:ahLst/>
              <a:cxnLst/>
              <a:rect l="l" t="t" r="r" b="b"/>
              <a:pathLst>
                <a:path w="1212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0" name="Google Shape;1390;p26"/>
            <p:cNvSpPr/>
            <p:nvPr/>
          </p:nvSpPr>
          <p:spPr>
            <a:xfrm>
              <a:off x="3739700" y="18412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1" name="Google Shape;1391;p26"/>
            <p:cNvSpPr/>
            <p:nvPr/>
          </p:nvSpPr>
          <p:spPr>
            <a:xfrm>
              <a:off x="3739700" y="1688975"/>
              <a:ext cx="30300" cy="30300"/>
            </a:xfrm>
            <a:custGeom>
              <a:avLst/>
              <a:gdLst/>
              <a:ahLst/>
              <a:cxnLst/>
              <a:rect l="l" t="t" r="r" b="b"/>
              <a:pathLst>
                <a:path w="1212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2" name="Google Shape;1392;p26"/>
            <p:cNvSpPr/>
            <p:nvPr/>
          </p:nvSpPr>
          <p:spPr>
            <a:xfrm>
              <a:off x="3739700" y="15376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2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3" name="Google Shape;1393;p26"/>
            <p:cNvSpPr/>
            <p:nvPr/>
          </p:nvSpPr>
          <p:spPr>
            <a:xfrm>
              <a:off x="389492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4" name="Google Shape;1394;p26"/>
            <p:cNvSpPr/>
            <p:nvPr/>
          </p:nvSpPr>
          <p:spPr>
            <a:xfrm>
              <a:off x="389492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5" name="Google Shape;1395;p26"/>
            <p:cNvSpPr/>
            <p:nvPr/>
          </p:nvSpPr>
          <p:spPr>
            <a:xfrm>
              <a:off x="389492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6" name="Google Shape;1396;p26"/>
            <p:cNvSpPr/>
            <p:nvPr/>
          </p:nvSpPr>
          <p:spPr>
            <a:xfrm>
              <a:off x="389492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7" name="Google Shape;1397;p26"/>
            <p:cNvSpPr/>
            <p:nvPr/>
          </p:nvSpPr>
          <p:spPr>
            <a:xfrm>
              <a:off x="4049150" y="1992575"/>
              <a:ext cx="31275" cy="31275"/>
            </a:xfrm>
            <a:custGeom>
              <a:avLst/>
              <a:gdLst/>
              <a:ahLst/>
              <a:cxnLst/>
              <a:rect l="l" t="t" r="r" b="b"/>
              <a:pathLst>
                <a:path w="1251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50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8" name="Google Shape;1398;p26"/>
            <p:cNvSpPr/>
            <p:nvPr/>
          </p:nvSpPr>
          <p:spPr>
            <a:xfrm>
              <a:off x="4049150" y="18412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9" name="Google Shape;1399;p26"/>
            <p:cNvSpPr/>
            <p:nvPr/>
          </p:nvSpPr>
          <p:spPr>
            <a:xfrm>
              <a:off x="4049150" y="1688975"/>
              <a:ext cx="31275" cy="30300"/>
            </a:xfrm>
            <a:custGeom>
              <a:avLst/>
              <a:gdLst/>
              <a:ahLst/>
              <a:cxnLst/>
              <a:rect l="l" t="t" r="r" b="b"/>
              <a:pathLst>
                <a:path w="1251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50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0" name="Google Shape;1400;p26"/>
            <p:cNvSpPr/>
            <p:nvPr/>
          </p:nvSpPr>
          <p:spPr>
            <a:xfrm>
              <a:off x="4049150" y="15376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3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1" name="Google Shape;1401;p26"/>
            <p:cNvSpPr/>
            <p:nvPr/>
          </p:nvSpPr>
          <p:spPr>
            <a:xfrm>
              <a:off x="42043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2" name="Google Shape;1402;p26"/>
            <p:cNvSpPr/>
            <p:nvPr/>
          </p:nvSpPr>
          <p:spPr>
            <a:xfrm>
              <a:off x="42043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3" name="Google Shape;1403;p26"/>
            <p:cNvSpPr/>
            <p:nvPr/>
          </p:nvSpPr>
          <p:spPr>
            <a:xfrm>
              <a:off x="42043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4" name="Google Shape;1404;p26"/>
            <p:cNvSpPr/>
            <p:nvPr/>
          </p:nvSpPr>
          <p:spPr>
            <a:xfrm>
              <a:off x="42043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59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05" name="Google Shape;1405;p26"/>
          <p:cNvGrpSpPr/>
          <p:nvPr/>
        </p:nvGrpSpPr>
        <p:grpSpPr>
          <a:xfrm>
            <a:off x="7633694" y="4775189"/>
            <a:ext cx="1051274" cy="787312"/>
            <a:chOff x="3585475" y="1537675"/>
            <a:chExt cx="649175" cy="486175"/>
          </a:xfrm>
        </p:grpSpPr>
        <p:sp>
          <p:nvSpPr>
            <p:cNvPr id="1406" name="Google Shape;1406;p26"/>
            <p:cNvSpPr/>
            <p:nvPr/>
          </p:nvSpPr>
          <p:spPr>
            <a:xfrm>
              <a:off x="35854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7" name="Google Shape;1407;p26"/>
            <p:cNvSpPr/>
            <p:nvPr/>
          </p:nvSpPr>
          <p:spPr>
            <a:xfrm>
              <a:off x="35854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1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8" name="Google Shape;1408;p26"/>
            <p:cNvSpPr/>
            <p:nvPr/>
          </p:nvSpPr>
          <p:spPr>
            <a:xfrm>
              <a:off x="35854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9" name="Google Shape;1409;p26"/>
            <p:cNvSpPr/>
            <p:nvPr/>
          </p:nvSpPr>
          <p:spPr>
            <a:xfrm>
              <a:off x="35854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1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03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1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0" name="Google Shape;1410;p26"/>
            <p:cNvSpPr/>
            <p:nvPr/>
          </p:nvSpPr>
          <p:spPr>
            <a:xfrm>
              <a:off x="3739700" y="1992575"/>
              <a:ext cx="30300" cy="31275"/>
            </a:xfrm>
            <a:custGeom>
              <a:avLst/>
              <a:gdLst/>
              <a:ahLst/>
              <a:cxnLst/>
              <a:rect l="l" t="t" r="r" b="b"/>
              <a:pathLst>
                <a:path w="1212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1" name="Google Shape;1411;p26"/>
            <p:cNvSpPr/>
            <p:nvPr/>
          </p:nvSpPr>
          <p:spPr>
            <a:xfrm>
              <a:off x="3739700" y="18412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2" name="Google Shape;1412;p26"/>
            <p:cNvSpPr/>
            <p:nvPr/>
          </p:nvSpPr>
          <p:spPr>
            <a:xfrm>
              <a:off x="3739700" y="1688975"/>
              <a:ext cx="30300" cy="30300"/>
            </a:xfrm>
            <a:custGeom>
              <a:avLst/>
              <a:gdLst/>
              <a:ahLst/>
              <a:cxnLst/>
              <a:rect l="l" t="t" r="r" b="b"/>
              <a:pathLst>
                <a:path w="1212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3" name="Google Shape;1413;p26"/>
            <p:cNvSpPr/>
            <p:nvPr/>
          </p:nvSpPr>
          <p:spPr>
            <a:xfrm>
              <a:off x="3739700" y="15376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2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4" name="Google Shape;1414;p26"/>
            <p:cNvSpPr/>
            <p:nvPr/>
          </p:nvSpPr>
          <p:spPr>
            <a:xfrm>
              <a:off x="389492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5" name="Google Shape;1415;p26"/>
            <p:cNvSpPr/>
            <p:nvPr/>
          </p:nvSpPr>
          <p:spPr>
            <a:xfrm>
              <a:off x="389492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6" name="Google Shape;1416;p26"/>
            <p:cNvSpPr/>
            <p:nvPr/>
          </p:nvSpPr>
          <p:spPr>
            <a:xfrm>
              <a:off x="389492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7" name="Google Shape;1417;p26"/>
            <p:cNvSpPr/>
            <p:nvPr/>
          </p:nvSpPr>
          <p:spPr>
            <a:xfrm>
              <a:off x="389492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8" name="Google Shape;1418;p26"/>
            <p:cNvSpPr/>
            <p:nvPr/>
          </p:nvSpPr>
          <p:spPr>
            <a:xfrm>
              <a:off x="4049150" y="1992575"/>
              <a:ext cx="31275" cy="31275"/>
            </a:xfrm>
            <a:custGeom>
              <a:avLst/>
              <a:gdLst/>
              <a:ahLst/>
              <a:cxnLst/>
              <a:rect l="l" t="t" r="r" b="b"/>
              <a:pathLst>
                <a:path w="1251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50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9" name="Google Shape;1419;p26"/>
            <p:cNvSpPr/>
            <p:nvPr/>
          </p:nvSpPr>
          <p:spPr>
            <a:xfrm>
              <a:off x="4049150" y="18412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0" name="Google Shape;1420;p26"/>
            <p:cNvSpPr/>
            <p:nvPr/>
          </p:nvSpPr>
          <p:spPr>
            <a:xfrm>
              <a:off x="4049150" y="1688975"/>
              <a:ext cx="31275" cy="30300"/>
            </a:xfrm>
            <a:custGeom>
              <a:avLst/>
              <a:gdLst/>
              <a:ahLst/>
              <a:cxnLst/>
              <a:rect l="l" t="t" r="r" b="b"/>
              <a:pathLst>
                <a:path w="1251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50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1" name="Google Shape;1421;p26"/>
            <p:cNvSpPr/>
            <p:nvPr/>
          </p:nvSpPr>
          <p:spPr>
            <a:xfrm>
              <a:off x="4049150" y="15376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3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2" name="Google Shape;1422;p26"/>
            <p:cNvSpPr/>
            <p:nvPr/>
          </p:nvSpPr>
          <p:spPr>
            <a:xfrm>
              <a:off x="42043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3" name="Google Shape;1423;p26"/>
            <p:cNvSpPr/>
            <p:nvPr/>
          </p:nvSpPr>
          <p:spPr>
            <a:xfrm>
              <a:off x="42043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4" name="Google Shape;1424;p26"/>
            <p:cNvSpPr/>
            <p:nvPr/>
          </p:nvSpPr>
          <p:spPr>
            <a:xfrm>
              <a:off x="42043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5" name="Google Shape;1425;p26"/>
            <p:cNvSpPr/>
            <p:nvPr/>
          </p:nvSpPr>
          <p:spPr>
            <a:xfrm>
              <a:off x="42043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59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TITLE_ONLY_2_3_1">
    <p:bg>
      <p:bgPr>
        <a:solidFill>
          <a:schemeClr val="lt1"/>
        </a:solidFill>
        <a:effectLst/>
      </p:bgPr>
    </p:bg>
    <p:spTree>
      <p:nvGrpSpPr>
        <p:cNvPr id="1" name="Shape 20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0" name="Google Shape;2020;p35"/>
          <p:cNvSpPr/>
          <p:nvPr/>
        </p:nvSpPr>
        <p:spPr>
          <a:xfrm rot="10800000">
            <a:off x="-1633725" y="-1256389"/>
            <a:ext cx="2148195" cy="2148195"/>
          </a:xfrm>
          <a:custGeom>
            <a:avLst/>
            <a:gdLst/>
            <a:ahLst/>
            <a:cxnLst/>
            <a:rect l="l" t="t" r="r" b="b"/>
            <a:pathLst>
              <a:path w="39478" h="39478" fill="none" extrusionOk="0">
                <a:moveTo>
                  <a:pt x="39477" y="19720"/>
                </a:moveTo>
                <a:lnTo>
                  <a:pt x="39477" y="19720"/>
                </a:lnTo>
                <a:lnTo>
                  <a:pt x="39438" y="20735"/>
                </a:lnTo>
                <a:lnTo>
                  <a:pt x="39360" y="21750"/>
                </a:lnTo>
                <a:lnTo>
                  <a:pt x="39243" y="22726"/>
                </a:lnTo>
                <a:lnTo>
                  <a:pt x="39087" y="23702"/>
                </a:lnTo>
                <a:lnTo>
                  <a:pt x="38853" y="24679"/>
                </a:lnTo>
                <a:lnTo>
                  <a:pt x="38579" y="25616"/>
                </a:lnTo>
                <a:lnTo>
                  <a:pt x="38267" y="26514"/>
                </a:lnTo>
                <a:lnTo>
                  <a:pt x="37915" y="27412"/>
                </a:lnTo>
                <a:lnTo>
                  <a:pt x="37525" y="28310"/>
                </a:lnTo>
                <a:lnTo>
                  <a:pt x="37095" y="29130"/>
                </a:lnTo>
                <a:lnTo>
                  <a:pt x="36627" y="29989"/>
                </a:lnTo>
                <a:lnTo>
                  <a:pt x="36119" y="30770"/>
                </a:lnTo>
                <a:lnTo>
                  <a:pt x="35573" y="31551"/>
                </a:lnTo>
                <a:lnTo>
                  <a:pt x="34987" y="32293"/>
                </a:lnTo>
                <a:lnTo>
                  <a:pt x="34362" y="32996"/>
                </a:lnTo>
                <a:lnTo>
                  <a:pt x="33698" y="33698"/>
                </a:lnTo>
                <a:lnTo>
                  <a:pt x="32995" y="34362"/>
                </a:lnTo>
                <a:lnTo>
                  <a:pt x="32293" y="34948"/>
                </a:lnTo>
                <a:lnTo>
                  <a:pt x="31551" y="35534"/>
                </a:lnTo>
                <a:lnTo>
                  <a:pt x="30770" y="36119"/>
                </a:lnTo>
                <a:lnTo>
                  <a:pt x="29989" y="36627"/>
                </a:lnTo>
                <a:lnTo>
                  <a:pt x="29130" y="37096"/>
                </a:lnTo>
                <a:lnTo>
                  <a:pt x="28310" y="37525"/>
                </a:lnTo>
                <a:lnTo>
                  <a:pt x="27412" y="37916"/>
                </a:lnTo>
                <a:lnTo>
                  <a:pt x="26514" y="38267"/>
                </a:lnTo>
                <a:lnTo>
                  <a:pt x="25615" y="38579"/>
                </a:lnTo>
                <a:lnTo>
                  <a:pt x="24678" y="38853"/>
                </a:lnTo>
                <a:lnTo>
                  <a:pt x="23702" y="39087"/>
                </a:lnTo>
                <a:lnTo>
                  <a:pt x="22765" y="39243"/>
                </a:lnTo>
                <a:lnTo>
                  <a:pt x="21750" y="39360"/>
                </a:lnTo>
                <a:lnTo>
                  <a:pt x="20774" y="39438"/>
                </a:lnTo>
                <a:lnTo>
                  <a:pt x="19758" y="39477"/>
                </a:lnTo>
                <a:lnTo>
                  <a:pt x="19758" y="39477"/>
                </a:lnTo>
                <a:lnTo>
                  <a:pt x="18743" y="39438"/>
                </a:lnTo>
                <a:lnTo>
                  <a:pt x="17728" y="39360"/>
                </a:lnTo>
                <a:lnTo>
                  <a:pt x="16752" y="39243"/>
                </a:lnTo>
                <a:lnTo>
                  <a:pt x="15776" y="39087"/>
                </a:lnTo>
                <a:lnTo>
                  <a:pt x="14799" y="38853"/>
                </a:lnTo>
                <a:lnTo>
                  <a:pt x="13862" y="38579"/>
                </a:lnTo>
                <a:lnTo>
                  <a:pt x="12964" y="38267"/>
                </a:lnTo>
                <a:lnTo>
                  <a:pt x="12066" y="37916"/>
                </a:lnTo>
                <a:lnTo>
                  <a:pt x="11168" y="37525"/>
                </a:lnTo>
                <a:lnTo>
                  <a:pt x="10348" y="37096"/>
                </a:lnTo>
                <a:lnTo>
                  <a:pt x="9489" y="36627"/>
                </a:lnTo>
                <a:lnTo>
                  <a:pt x="8708" y="36119"/>
                </a:lnTo>
                <a:lnTo>
                  <a:pt x="7927" y="35534"/>
                </a:lnTo>
                <a:lnTo>
                  <a:pt x="7185" y="34948"/>
                </a:lnTo>
                <a:lnTo>
                  <a:pt x="6482" y="34362"/>
                </a:lnTo>
                <a:lnTo>
                  <a:pt x="5779" y="33698"/>
                </a:lnTo>
                <a:lnTo>
                  <a:pt x="5116" y="32996"/>
                </a:lnTo>
                <a:lnTo>
                  <a:pt x="4530" y="32293"/>
                </a:lnTo>
                <a:lnTo>
                  <a:pt x="3905" y="31551"/>
                </a:lnTo>
                <a:lnTo>
                  <a:pt x="3358" y="30770"/>
                </a:lnTo>
                <a:lnTo>
                  <a:pt x="2851" y="29989"/>
                </a:lnTo>
                <a:lnTo>
                  <a:pt x="2382" y="29130"/>
                </a:lnTo>
                <a:lnTo>
                  <a:pt x="1953" y="28310"/>
                </a:lnTo>
                <a:lnTo>
                  <a:pt x="1562" y="27412"/>
                </a:lnTo>
                <a:lnTo>
                  <a:pt x="1211" y="26514"/>
                </a:lnTo>
                <a:lnTo>
                  <a:pt x="898" y="25616"/>
                </a:lnTo>
                <a:lnTo>
                  <a:pt x="625" y="24679"/>
                </a:lnTo>
                <a:lnTo>
                  <a:pt x="391" y="23702"/>
                </a:lnTo>
                <a:lnTo>
                  <a:pt x="235" y="22726"/>
                </a:lnTo>
                <a:lnTo>
                  <a:pt x="117" y="21750"/>
                </a:lnTo>
                <a:lnTo>
                  <a:pt x="39" y="20735"/>
                </a:lnTo>
                <a:lnTo>
                  <a:pt x="0" y="19720"/>
                </a:lnTo>
                <a:lnTo>
                  <a:pt x="0" y="19720"/>
                </a:lnTo>
                <a:lnTo>
                  <a:pt x="39" y="18704"/>
                </a:lnTo>
                <a:lnTo>
                  <a:pt x="117" y="17728"/>
                </a:lnTo>
                <a:lnTo>
                  <a:pt x="235" y="16713"/>
                </a:lnTo>
                <a:lnTo>
                  <a:pt x="391" y="15776"/>
                </a:lnTo>
                <a:lnTo>
                  <a:pt x="625" y="14800"/>
                </a:lnTo>
                <a:lnTo>
                  <a:pt x="898" y="13862"/>
                </a:lnTo>
                <a:lnTo>
                  <a:pt x="1211" y="12964"/>
                </a:lnTo>
                <a:lnTo>
                  <a:pt x="1562" y="12066"/>
                </a:lnTo>
                <a:lnTo>
                  <a:pt x="1953" y="11168"/>
                </a:lnTo>
                <a:lnTo>
                  <a:pt x="2382" y="10309"/>
                </a:lnTo>
                <a:lnTo>
                  <a:pt x="2851" y="9489"/>
                </a:lnTo>
                <a:lnTo>
                  <a:pt x="3358" y="8708"/>
                </a:lnTo>
                <a:lnTo>
                  <a:pt x="3905" y="7927"/>
                </a:lnTo>
                <a:lnTo>
                  <a:pt x="4530" y="7185"/>
                </a:lnTo>
                <a:lnTo>
                  <a:pt x="5116" y="6482"/>
                </a:lnTo>
                <a:lnTo>
                  <a:pt x="5779" y="5780"/>
                </a:lnTo>
                <a:lnTo>
                  <a:pt x="6482" y="5116"/>
                </a:lnTo>
                <a:lnTo>
                  <a:pt x="7185" y="4491"/>
                </a:lnTo>
                <a:lnTo>
                  <a:pt x="7927" y="3905"/>
                </a:lnTo>
                <a:lnTo>
                  <a:pt x="8708" y="3359"/>
                </a:lnTo>
                <a:lnTo>
                  <a:pt x="9489" y="2851"/>
                </a:lnTo>
                <a:lnTo>
                  <a:pt x="10348" y="2382"/>
                </a:lnTo>
                <a:lnTo>
                  <a:pt x="11168" y="1953"/>
                </a:lnTo>
                <a:lnTo>
                  <a:pt x="12066" y="1562"/>
                </a:lnTo>
                <a:lnTo>
                  <a:pt x="12964" y="1211"/>
                </a:lnTo>
                <a:lnTo>
                  <a:pt x="13862" y="899"/>
                </a:lnTo>
                <a:lnTo>
                  <a:pt x="14799" y="625"/>
                </a:lnTo>
                <a:lnTo>
                  <a:pt x="15776" y="391"/>
                </a:lnTo>
                <a:lnTo>
                  <a:pt x="16752" y="235"/>
                </a:lnTo>
                <a:lnTo>
                  <a:pt x="17728" y="118"/>
                </a:lnTo>
                <a:lnTo>
                  <a:pt x="18743" y="40"/>
                </a:lnTo>
                <a:lnTo>
                  <a:pt x="19758" y="1"/>
                </a:lnTo>
                <a:lnTo>
                  <a:pt x="19758" y="1"/>
                </a:lnTo>
                <a:lnTo>
                  <a:pt x="20774" y="40"/>
                </a:lnTo>
                <a:lnTo>
                  <a:pt x="21750" y="118"/>
                </a:lnTo>
                <a:lnTo>
                  <a:pt x="22765" y="235"/>
                </a:lnTo>
                <a:lnTo>
                  <a:pt x="23702" y="391"/>
                </a:lnTo>
                <a:lnTo>
                  <a:pt x="24678" y="625"/>
                </a:lnTo>
                <a:lnTo>
                  <a:pt x="25615" y="899"/>
                </a:lnTo>
                <a:lnTo>
                  <a:pt x="26514" y="1211"/>
                </a:lnTo>
                <a:lnTo>
                  <a:pt x="27412" y="1562"/>
                </a:lnTo>
                <a:lnTo>
                  <a:pt x="28310" y="1953"/>
                </a:lnTo>
                <a:lnTo>
                  <a:pt x="29130" y="2382"/>
                </a:lnTo>
                <a:lnTo>
                  <a:pt x="29989" y="2851"/>
                </a:lnTo>
                <a:lnTo>
                  <a:pt x="30770" y="3359"/>
                </a:lnTo>
                <a:lnTo>
                  <a:pt x="31551" y="3905"/>
                </a:lnTo>
                <a:lnTo>
                  <a:pt x="32293" y="4491"/>
                </a:lnTo>
                <a:lnTo>
                  <a:pt x="32995" y="5116"/>
                </a:lnTo>
                <a:lnTo>
                  <a:pt x="33698" y="5780"/>
                </a:lnTo>
                <a:lnTo>
                  <a:pt x="34362" y="6482"/>
                </a:lnTo>
                <a:lnTo>
                  <a:pt x="34987" y="7185"/>
                </a:lnTo>
                <a:lnTo>
                  <a:pt x="35573" y="7927"/>
                </a:lnTo>
                <a:lnTo>
                  <a:pt x="36119" y="8708"/>
                </a:lnTo>
                <a:lnTo>
                  <a:pt x="36627" y="9489"/>
                </a:lnTo>
                <a:lnTo>
                  <a:pt x="37095" y="10309"/>
                </a:lnTo>
                <a:lnTo>
                  <a:pt x="37525" y="11168"/>
                </a:lnTo>
                <a:lnTo>
                  <a:pt x="37915" y="12066"/>
                </a:lnTo>
                <a:lnTo>
                  <a:pt x="38267" y="12964"/>
                </a:lnTo>
                <a:lnTo>
                  <a:pt x="38579" y="13862"/>
                </a:lnTo>
                <a:lnTo>
                  <a:pt x="38853" y="14800"/>
                </a:lnTo>
                <a:lnTo>
                  <a:pt x="39087" y="15776"/>
                </a:lnTo>
                <a:lnTo>
                  <a:pt x="39243" y="16713"/>
                </a:lnTo>
                <a:lnTo>
                  <a:pt x="39360" y="17728"/>
                </a:lnTo>
                <a:lnTo>
                  <a:pt x="39438" y="18704"/>
                </a:lnTo>
                <a:lnTo>
                  <a:pt x="39477" y="19720"/>
                </a:lnTo>
                <a:lnTo>
                  <a:pt x="39477" y="19720"/>
                </a:lnTo>
                <a:close/>
              </a:path>
            </a:pathLst>
          </a:custGeom>
          <a:noFill/>
          <a:ln w="2342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1" name="Google Shape;2021;p35"/>
          <p:cNvSpPr/>
          <p:nvPr/>
        </p:nvSpPr>
        <p:spPr>
          <a:xfrm rot="10800000">
            <a:off x="8367144" y="4142370"/>
            <a:ext cx="1785851" cy="1785884"/>
          </a:xfrm>
          <a:custGeom>
            <a:avLst/>
            <a:gdLst/>
            <a:ahLst/>
            <a:cxnLst/>
            <a:rect l="l" t="t" r="r" b="b"/>
            <a:pathLst>
              <a:path w="53730" h="53731" fill="none" extrusionOk="0">
                <a:moveTo>
                  <a:pt x="53730" y="26865"/>
                </a:moveTo>
                <a:lnTo>
                  <a:pt x="53730" y="26865"/>
                </a:lnTo>
                <a:lnTo>
                  <a:pt x="53691" y="28232"/>
                </a:lnTo>
                <a:lnTo>
                  <a:pt x="53613" y="29599"/>
                </a:lnTo>
                <a:lnTo>
                  <a:pt x="53418" y="30965"/>
                </a:lnTo>
                <a:lnTo>
                  <a:pt x="53183" y="32293"/>
                </a:lnTo>
                <a:lnTo>
                  <a:pt x="52910" y="33582"/>
                </a:lnTo>
                <a:lnTo>
                  <a:pt x="52520" y="34870"/>
                </a:lnTo>
                <a:lnTo>
                  <a:pt x="52129" y="36120"/>
                </a:lnTo>
                <a:lnTo>
                  <a:pt x="51621" y="37330"/>
                </a:lnTo>
                <a:lnTo>
                  <a:pt x="51075" y="38502"/>
                </a:lnTo>
                <a:lnTo>
                  <a:pt x="50489" y="39673"/>
                </a:lnTo>
                <a:lnTo>
                  <a:pt x="49864" y="40805"/>
                </a:lnTo>
                <a:lnTo>
                  <a:pt x="49161" y="41899"/>
                </a:lnTo>
                <a:lnTo>
                  <a:pt x="48420" y="42953"/>
                </a:lnTo>
                <a:lnTo>
                  <a:pt x="47600" y="43968"/>
                </a:lnTo>
                <a:lnTo>
                  <a:pt x="46780" y="44944"/>
                </a:lnTo>
                <a:lnTo>
                  <a:pt x="45881" y="45882"/>
                </a:lnTo>
                <a:lnTo>
                  <a:pt x="44944" y="46741"/>
                </a:lnTo>
                <a:lnTo>
                  <a:pt x="43968" y="47600"/>
                </a:lnTo>
                <a:lnTo>
                  <a:pt x="42953" y="48381"/>
                </a:lnTo>
                <a:lnTo>
                  <a:pt x="41899" y="49161"/>
                </a:lnTo>
                <a:lnTo>
                  <a:pt x="40805" y="49825"/>
                </a:lnTo>
                <a:lnTo>
                  <a:pt x="39673" y="50489"/>
                </a:lnTo>
                <a:lnTo>
                  <a:pt x="38501" y="51075"/>
                </a:lnTo>
                <a:lnTo>
                  <a:pt x="37330" y="51621"/>
                </a:lnTo>
                <a:lnTo>
                  <a:pt x="36120" y="52090"/>
                </a:lnTo>
                <a:lnTo>
                  <a:pt x="34870" y="52520"/>
                </a:lnTo>
                <a:lnTo>
                  <a:pt x="33581" y="52871"/>
                </a:lnTo>
                <a:lnTo>
                  <a:pt x="32293" y="53183"/>
                </a:lnTo>
                <a:lnTo>
                  <a:pt x="30965" y="53418"/>
                </a:lnTo>
                <a:lnTo>
                  <a:pt x="29638" y="53613"/>
                </a:lnTo>
                <a:lnTo>
                  <a:pt x="28271" y="53691"/>
                </a:lnTo>
                <a:lnTo>
                  <a:pt x="26865" y="53730"/>
                </a:lnTo>
                <a:lnTo>
                  <a:pt x="26865" y="53730"/>
                </a:lnTo>
                <a:lnTo>
                  <a:pt x="25499" y="53691"/>
                </a:lnTo>
                <a:lnTo>
                  <a:pt x="24132" y="53613"/>
                </a:lnTo>
                <a:lnTo>
                  <a:pt x="22765" y="53418"/>
                </a:lnTo>
                <a:lnTo>
                  <a:pt x="21477" y="53183"/>
                </a:lnTo>
                <a:lnTo>
                  <a:pt x="20149" y="52871"/>
                </a:lnTo>
                <a:lnTo>
                  <a:pt x="18900" y="52520"/>
                </a:lnTo>
                <a:lnTo>
                  <a:pt x="17650" y="52090"/>
                </a:lnTo>
                <a:lnTo>
                  <a:pt x="16401" y="51621"/>
                </a:lnTo>
                <a:lnTo>
                  <a:pt x="15229" y="51075"/>
                </a:lnTo>
                <a:lnTo>
                  <a:pt x="14058" y="50489"/>
                </a:lnTo>
                <a:lnTo>
                  <a:pt x="12925" y="49825"/>
                </a:lnTo>
                <a:lnTo>
                  <a:pt x="11832" y="49161"/>
                </a:lnTo>
                <a:lnTo>
                  <a:pt x="10778" y="48381"/>
                </a:lnTo>
                <a:lnTo>
                  <a:pt x="9762" y="47600"/>
                </a:lnTo>
                <a:lnTo>
                  <a:pt x="8825" y="46741"/>
                </a:lnTo>
                <a:lnTo>
                  <a:pt x="7888" y="45882"/>
                </a:lnTo>
                <a:lnTo>
                  <a:pt x="6990" y="44944"/>
                </a:lnTo>
                <a:lnTo>
                  <a:pt x="6131" y="43968"/>
                </a:lnTo>
                <a:lnTo>
                  <a:pt x="5350" y="42953"/>
                </a:lnTo>
                <a:lnTo>
                  <a:pt x="4608" y="41899"/>
                </a:lnTo>
                <a:lnTo>
                  <a:pt x="3905" y="40805"/>
                </a:lnTo>
                <a:lnTo>
                  <a:pt x="3242" y="39673"/>
                </a:lnTo>
                <a:lnTo>
                  <a:pt x="2656" y="38502"/>
                </a:lnTo>
                <a:lnTo>
                  <a:pt x="2109" y="37330"/>
                </a:lnTo>
                <a:lnTo>
                  <a:pt x="1641" y="36120"/>
                </a:lnTo>
                <a:lnTo>
                  <a:pt x="1211" y="34870"/>
                </a:lnTo>
                <a:lnTo>
                  <a:pt x="860" y="33582"/>
                </a:lnTo>
                <a:lnTo>
                  <a:pt x="547" y="32293"/>
                </a:lnTo>
                <a:lnTo>
                  <a:pt x="313" y="30965"/>
                </a:lnTo>
                <a:lnTo>
                  <a:pt x="157" y="29599"/>
                </a:lnTo>
                <a:lnTo>
                  <a:pt x="40" y="28232"/>
                </a:lnTo>
                <a:lnTo>
                  <a:pt x="1" y="26865"/>
                </a:lnTo>
                <a:lnTo>
                  <a:pt x="1" y="26865"/>
                </a:lnTo>
                <a:lnTo>
                  <a:pt x="40" y="25499"/>
                </a:lnTo>
                <a:lnTo>
                  <a:pt x="157" y="24132"/>
                </a:lnTo>
                <a:lnTo>
                  <a:pt x="313" y="22765"/>
                </a:lnTo>
                <a:lnTo>
                  <a:pt x="547" y="21438"/>
                </a:lnTo>
                <a:lnTo>
                  <a:pt x="860" y="20149"/>
                </a:lnTo>
                <a:lnTo>
                  <a:pt x="1211" y="18861"/>
                </a:lnTo>
                <a:lnTo>
                  <a:pt x="1641" y="17611"/>
                </a:lnTo>
                <a:lnTo>
                  <a:pt x="2109" y="16401"/>
                </a:lnTo>
                <a:lnTo>
                  <a:pt x="2656" y="15229"/>
                </a:lnTo>
                <a:lnTo>
                  <a:pt x="3242" y="14058"/>
                </a:lnTo>
                <a:lnTo>
                  <a:pt x="3905" y="12926"/>
                </a:lnTo>
                <a:lnTo>
                  <a:pt x="4608" y="11832"/>
                </a:lnTo>
                <a:lnTo>
                  <a:pt x="5350" y="10778"/>
                </a:lnTo>
                <a:lnTo>
                  <a:pt x="6131" y="9763"/>
                </a:lnTo>
                <a:lnTo>
                  <a:pt x="6990" y="8786"/>
                </a:lnTo>
                <a:lnTo>
                  <a:pt x="7888" y="7849"/>
                </a:lnTo>
                <a:lnTo>
                  <a:pt x="8825" y="6990"/>
                </a:lnTo>
                <a:lnTo>
                  <a:pt x="9762" y="6131"/>
                </a:lnTo>
                <a:lnTo>
                  <a:pt x="10778" y="5350"/>
                </a:lnTo>
                <a:lnTo>
                  <a:pt x="11832" y="4569"/>
                </a:lnTo>
                <a:lnTo>
                  <a:pt x="12925" y="3906"/>
                </a:lnTo>
                <a:lnTo>
                  <a:pt x="14058" y="3242"/>
                </a:lnTo>
                <a:lnTo>
                  <a:pt x="15229" y="2656"/>
                </a:lnTo>
                <a:lnTo>
                  <a:pt x="16401" y="2109"/>
                </a:lnTo>
                <a:lnTo>
                  <a:pt x="17650" y="1641"/>
                </a:lnTo>
                <a:lnTo>
                  <a:pt x="18900" y="1211"/>
                </a:lnTo>
                <a:lnTo>
                  <a:pt x="20149" y="860"/>
                </a:lnTo>
                <a:lnTo>
                  <a:pt x="21477" y="547"/>
                </a:lnTo>
                <a:lnTo>
                  <a:pt x="22765" y="313"/>
                </a:lnTo>
                <a:lnTo>
                  <a:pt x="24132" y="118"/>
                </a:lnTo>
                <a:lnTo>
                  <a:pt x="25499" y="40"/>
                </a:lnTo>
                <a:lnTo>
                  <a:pt x="26865" y="1"/>
                </a:lnTo>
                <a:lnTo>
                  <a:pt x="26865" y="1"/>
                </a:lnTo>
                <a:lnTo>
                  <a:pt x="28271" y="40"/>
                </a:lnTo>
                <a:lnTo>
                  <a:pt x="29638" y="118"/>
                </a:lnTo>
                <a:lnTo>
                  <a:pt x="30965" y="313"/>
                </a:lnTo>
                <a:lnTo>
                  <a:pt x="32293" y="547"/>
                </a:lnTo>
                <a:lnTo>
                  <a:pt x="33581" y="860"/>
                </a:lnTo>
                <a:lnTo>
                  <a:pt x="34870" y="1211"/>
                </a:lnTo>
                <a:lnTo>
                  <a:pt x="36120" y="1641"/>
                </a:lnTo>
                <a:lnTo>
                  <a:pt x="37330" y="2109"/>
                </a:lnTo>
                <a:lnTo>
                  <a:pt x="38501" y="2656"/>
                </a:lnTo>
                <a:lnTo>
                  <a:pt x="39673" y="3242"/>
                </a:lnTo>
                <a:lnTo>
                  <a:pt x="40805" y="3906"/>
                </a:lnTo>
                <a:lnTo>
                  <a:pt x="41899" y="4569"/>
                </a:lnTo>
                <a:lnTo>
                  <a:pt x="42953" y="5350"/>
                </a:lnTo>
                <a:lnTo>
                  <a:pt x="43968" y="6131"/>
                </a:lnTo>
                <a:lnTo>
                  <a:pt x="44944" y="6990"/>
                </a:lnTo>
                <a:lnTo>
                  <a:pt x="45881" y="7849"/>
                </a:lnTo>
                <a:lnTo>
                  <a:pt x="46780" y="8786"/>
                </a:lnTo>
                <a:lnTo>
                  <a:pt x="47600" y="9763"/>
                </a:lnTo>
                <a:lnTo>
                  <a:pt x="48420" y="10778"/>
                </a:lnTo>
                <a:lnTo>
                  <a:pt x="49161" y="11832"/>
                </a:lnTo>
                <a:lnTo>
                  <a:pt x="49864" y="12926"/>
                </a:lnTo>
                <a:lnTo>
                  <a:pt x="50489" y="14058"/>
                </a:lnTo>
                <a:lnTo>
                  <a:pt x="51075" y="15229"/>
                </a:lnTo>
                <a:lnTo>
                  <a:pt x="51621" y="16401"/>
                </a:lnTo>
                <a:lnTo>
                  <a:pt x="52129" y="17611"/>
                </a:lnTo>
                <a:lnTo>
                  <a:pt x="52520" y="18861"/>
                </a:lnTo>
                <a:lnTo>
                  <a:pt x="52910" y="20149"/>
                </a:lnTo>
                <a:lnTo>
                  <a:pt x="53183" y="21438"/>
                </a:lnTo>
                <a:lnTo>
                  <a:pt x="53418" y="22765"/>
                </a:lnTo>
                <a:lnTo>
                  <a:pt x="53613" y="24132"/>
                </a:lnTo>
                <a:lnTo>
                  <a:pt x="53691" y="25499"/>
                </a:lnTo>
                <a:lnTo>
                  <a:pt x="53730" y="26865"/>
                </a:lnTo>
                <a:lnTo>
                  <a:pt x="53730" y="26865"/>
                </a:lnTo>
                <a:close/>
              </a:path>
            </a:pathLst>
          </a:custGeom>
          <a:noFill/>
          <a:ln w="23425" cap="rnd" cmpd="sng">
            <a:solidFill>
              <a:srgbClr val="FF314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022" name="Google Shape;2022;p35"/>
          <p:cNvGrpSpPr/>
          <p:nvPr/>
        </p:nvGrpSpPr>
        <p:grpSpPr>
          <a:xfrm rot="10800000" flipH="1">
            <a:off x="359957" y="4770143"/>
            <a:ext cx="1051274" cy="787312"/>
            <a:chOff x="3585475" y="1537675"/>
            <a:chExt cx="649175" cy="486175"/>
          </a:xfrm>
        </p:grpSpPr>
        <p:sp>
          <p:nvSpPr>
            <p:cNvPr id="2023" name="Google Shape;2023;p35"/>
            <p:cNvSpPr/>
            <p:nvPr/>
          </p:nvSpPr>
          <p:spPr>
            <a:xfrm>
              <a:off x="35854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4" name="Google Shape;2024;p35"/>
            <p:cNvSpPr/>
            <p:nvPr/>
          </p:nvSpPr>
          <p:spPr>
            <a:xfrm>
              <a:off x="35854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1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5" name="Google Shape;2025;p35"/>
            <p:cNvSpPr/>
            <p:nvPr/>
          </p:nvSpPr>
          <p:spPr>
            <a:xfrm>
              <a:off x="35854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6" name="Google Shape;2026;p35"/>
            <p:cNvSpPr/>
            <p:nvPr/>
          </p:nvSpPr>
          <p:spPr>
            <a:xfrm>
              <a:off x="35854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1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03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1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7" name="Google Shape;2027;p35"/>
            <p:cNvSpPr/>
            <p:nvPr/>
          </p:nvSpPr>
          <p:spPr>
            <a:xfrm>
              <a:off x="3739700" y="1992575"/>
              <a:ext cx="30300" cy="31275"/>
            </a:xfrm>
            <a:custGeom>
              <a:avLst/>
              <a:gdLst/>
              <a:ahLst/>
              <a:cxnLst/>
              <a:rect l="l" t="t" r="r" b="b"/>
              <a:pathLst>
                <a:path w="1212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8" name="Google Shape;2028;p35"/>
            <p:cNvSpPr/>
            <p:nvPr/>
          </p:nvSpPr>
          <p:spPr>
            <a:xfrm>
              <a:off x="3739700" y="18412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9" name="Google Shape;2029;p35"/>
            <p:cNvSpPr/>
            <p:nvPr/>
          </p:nvSpPr>
          <p:spPr>
            <a:xfrm>
              <a:off x="3739700" y="1688975"/>
              <a:ext cx="30300" cy="30300"/>
            </a:xfrm>
            <a:custGeom>
              <a:avLst/>
              <a:gdLst/>
              <a:ahLst/>
              <a:cxnLst/>
              <a:rect l="l" t="t" r="r" b="b"/>
              <a:pathLst>
                <a:path w="1212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0" name="Google Shape;2030;p35"/>
            <p:cNvSpPr/>
            <p:nvPr/>
          </p:nvSpPr>
          <p:spPr>
            <a:xfrm>
              <a:off x="3739700" y="15376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2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1" name="Google Shape;2031;p35"/>
            <p:cNvSpPr/>
            <p:nvPr/>
          </p:nvSpPr>
          <p:spPr>
            <a:xfrm>
              <a:off x="389492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2" name="Google Shape;2032;p35"/>
            <p:cNvSpPr/>
            <p:nvPr/>
          </p:nvSpPr>
          <p:spPr>
            <a:xfrm>
              <a:off x="389492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3" name="Google Shape;2033;p35"/>
            <p:cNvSpPr/>
            <p:nvPr/>
          </p:nvSpPr>
          <p:spPr>
            <a:xfrm>
              <a:off x="389492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4" name="Google Shape;2034;p35"/>
            <p:cNvSpPr/>
            <p:nvPr/>
          </p:nvSpPr>
          <p:spPr>
            <a:xfrm>
              <a:off x="389492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5" name="Google Shape;2035;p35"/>
            <p:cNvSpPr/>
            <p:nvPr/>
          </p:nvSpPr>
          <p:spPr>
            <a:xfrm>
              <a:off x="4049150" y="1992575"/>
              <a:ext cx="31275" cy="31275"/>
            </a:xfrm>
            <a:custGeom>
              <a:avLst/>
              <a:gdLst/>
              <a:ahLst/>
              <a:cxnLst/>
              <a:rect l="l" t="t" r="r" b="b"/>
              <a:pathLst>
                <a:path w="1251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50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6" name="Google Shape;2036;p35"/>
            <p:cNvSpPr/>
            <p:nvPr/>
          </p:nvSpPr>
          <p:spPr>
            <a:xfrm>
              <a:off x="4049150" y="18412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7" name="Google Shape;2037;p35"/>
            <p:cNvSpPr/>
            <p:nvPr/>
          </p:nvSpPr>
          <p:spPr>
            <a:xfrm>
              <a:off x="4049150" y="1688975"/>
              <a:ext cx="31275" cy="30300"/>
            </a:xfrm>
            <a:custGeom>
              <a:avLst/>
              <a:gdLst/>
              <a:ahLst/>
              <a:cxnLst/>
              <a:rect l="l" t="t" r="r" b="b"/>
              <a:pathLst>
                <a:path w="1251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50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8" name="Google Shape;2038;p35"/>
            <p:cNvSpPr/>
            <p:nvPr/>
          </p:nvSpPr>
          <p:spPr>
            <a:xfrm>
              <a:off x="4049150" y="15376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3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9" name="Google Shape;2039;p35"/>
            <p:cNvSpPr/>
            <p:nvPr/>
          </p:nvSpPr>
          <p:spPr>
            <a:xfrm>
              <a:off x="42043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0" name="Google Shape;2040;p35"/>
            <p:cNvSpPr/>
            <p:nvPr/>
          </p:nvSpPr>
          <p:spPr>
            <a:xfrm>
              <a:off x="42043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1" name="Google Shape;2041;p35"/>
            <p:cNvSpPr/>
            <p:nvPr/>
          </p:nvSpPr>
          <p:spPr>
            <a:xfrm>
              <a:off x="42043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2" name="Google Shape;2042;p35"/>
            <p:cNvSpPr/>
            <p:nvPr/>
          </p:nvSpPr>
          <p:spPr>
            <a:xfrm>
              <a:off x="42043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59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43" name="Google Shape;2043;p35"/>
          <p:cNvGrpSpPr/>
          <p:nvPr/>
        </p:nvGrpSpPr>
        <p:grpSpPr>
          <a:xfrm rot="10800000" flipH="1">
            <a:off x="7633694" y="-423544"/>
            <a:ext cx="1051274" cy="787312"/>
            <a:chOff x="3585475" y="1537675"/>
            <a:chExt cx="649175" cy="486175"/>
          </a:xfrm>
        </p:grpSpPr>
        <p:sp>
          <p:nvSpPr>
            <p:cNvPr id="2044" name="Google Shape;2044;p35"/>
            <p:cNvSpPr/>
            <p:nvPr/>
          </p:nvSpPr>
          <p:spPr>
            <a:xfrm>
              <a:off x="35854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5" name="Google Shape;2045;p35"/>
            <p:cNvSpPr/>
            <p:nvPr/>
          </p:nvSpPr>
          <p:spPr>
            <a:xfrm>
              <a:off x="35854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1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6" name="Google Shape;2046;p35"/>
            <p:cNvSpPr/>
            <p:nvPr/>
          </p:nvSpPr>
          <p:spPr>
            <a:xfrm>
              <a:off x="35854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7" name="Google Shape;2047;p35"/>
            <p:cNvSpPr/>
            <p:nvPr/>
          </p:nvSpPr>
          <p:spPr>
            <a:xfrm>
              <a:off x="35854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1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03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1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8" name="Google Shape;2048;p35"/>
            <p:cNvSpPr/>
            <p:nvPr/>
          </p:nvSpPr>
          <p:spPr>
            <a:xfrm>
              <a:off x="3739700" y="1992575"/>
              <a:ext cx="30300" cy="31275"/>
            </a:xfrm>
            <a:custGeom>
              <a:avLst/>
              <a:gdLst/>
              <a:ahLst/>
              <a:cxnLst/>
              <a:rect l="l" t="t" r="r" b="b"/>
              <a:pathLst>
                <a:path w="1212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9" name="Google Shape;2049;p35"/>
            <p:cNvSpPr/>
            <p:nvPr/>
          </p:nvSpPr>
          <p:spPr>
            <a:xfrm>
              <a:off x="3739700" y="18412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0" name="Google Shape;2050;p35"/>
            <p:cNvSpPr/>
            <p:nvPr/>
          </p:nvSpPr>
          <p:spPr>
            <a:xfrm>
              <a:off x="3739700" y="1688975"/>
              <a:ext cx="30300" cy="30300"/>
            </a:xfrm>
            <a:custGeom>
              <a:avLst/>
              <a:gdLst/>
              <a:ahLst/>
              <a:cxnLst/>
              <a:rect l="l" t="t" r="r" b="b"/>
              <a:pathLst>
                <a:path w="1212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1" name="Google Shape;2051;p35"/>
            <p:cNvSpPr/>
            <p:nvPr/>
          </p:nvSpPr>
          <p:spPr>
            <a:xfrm>
              <a:off x="3739700" y="15376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2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2" name="Google Shape;2052;p35"/>
            <p:cNvSpPr/>
            <p:nvPr/>
          </p:nvSpPr>
          <p:spPr>
            <a:xfrm>
              <a:off x="389492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3" name="Google Shape;2053;p35"/>
            <p:cNvSpPr/>
            <p:nvPr/>
          </p:nvSpPr>
          <p:spPr>
            <a:xfrm>
              <a:off x="389492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4" name="Google Shape;2054;p35"/>
            <p:cNvSpPr/>
            <p:nvPr/>
          </p:nvSpPr>
          <p:spPr>
            <a:xfrm>
              <a:off x="389492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5" name="Google Shape;2055;p35"/>
            <p:cNvSpPr/>
            <p:nvPr/>
          </p:nvSpPr>
          <p:spPr>
            <a:xfrm>
              <a:off x="389492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6" name="Google Shape;2056;p35"/>
            <p:cNvSpPr/>
            <p:nvPr/>
          </p:nvSpPr>
          <p:spPr>
            <a:xfrm>
              <a:off x="4049150" y="1992575"/>
              <a:ext cx="31275" cy="31275"/>
            </a:xfrm>
            <a:custGeom>
              <a:avLst/>
              <a:gdLst/>
              <a:ahLst/>
              <a:cxnLst/>
              <a:rect l="l" t="t" r="r" b="b"/>
              <a:pathLst>
                <a:path w="1251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50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7" name="Google Shape;2057;p35"/>
            <p:cNvSpPr/>
            <p:nvPr/>
          </p:nvSpPr>
          <p:spPr>
            <a:xfrm>
              <a:off x="4049150" y="18412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8" name="Google Shape;2058;p35"/>
            <p:cNvSpPr/>
            <p:nvPr/>
          </p:nvSpPr>
          <p:spPr>
            <a:xfrm>
              <a:off x="4049150" y="1688975"/>
              <a:ext cx="31275" cy="30300"/>
            </a:xfrm>
            <a:custGeom>
              <a:avLst/>
              <a:gdLst/>
              <a:ahLst/>
              <a:cxnLst/>
              <a:rect l="l" t="t" r="r" b="b"/>
              <a:pathLst>
                <a:path w="1251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50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9" name="Google Shape;2059;p35"/>
            <p:cNvSpPr/>
            <p:nvPr/>
          </p:nvSpPr>
          <p:spPr>
            <a:xfrm>
              <a:off x="4049150" y="15376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3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0" name="Google Shape;2060;p35"/>
            <p:cNvSpPr/>
            <p:nvPr/>
          </p:nvSpPr>
          <p:spPr>
            <a:xfrm>
              <a:off x="42043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1" name="Google Shape;2061;p35"/>
            <p:cNvSpPr/>
            <p:nvPr/>
          </p:nvSpPr>
          <p:spPr>
            <a:xfrm>
              <a:off x="42043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2" name="Google Shape;2062;p35"/>
            <p:cNvSpPr/>
            <p:nvPr/>
          </p:nvSpPr>
          <p:spPr>
            <a:xfrm>
              <a:off x="42043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3" name="Google Shape;2063;p35"/>
            <p:cNvSpPr/>
            <p:nvPr/>
          </p:nvSpPr>
          <p:spPr>
            <a:xfrm>
              <a:off x="42043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59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ONE_COLUMN_TEXT_1">
    <p:spTree>
      <p:nvGrpSpPr>
        <p:cNvPr id="1" name="Shape 20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65" name="Google Shape;2065;p36"/>
          <p:cNvGrpSpPr/>
          <p:nvPr/>
        </p:nvGrpSpPr>
        <p:grpSpPr>
          <a:xfrm>
            <a:off x="7230635" y="826618"/>
            <a:ext cx="4287930" cy="3642388"/>
            <a:chOff x="4611450" y="3151300"/>
            <a:chExt cx="667725" cy="567200"/>
          </a:xfrm>
        </p:grpSpPr>
        <p:sp>
          <p:nvSpPr>
            <p:cNvPr id="2066" name="Google Shape;2066;p36"/>
            <p:cNvSpPr/>
            <p:nvPr/>
          </p:nvSpPr>
          <p:spPr>
            <a:xfrm>
              <a:off x="4703200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1" y="1"/>
                  </a:moveTo>
                  <a:lnTo>
                    <a:pt x="1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7" name="Google Shape;2067;p36"/>
            <p:cNvSpPr/>
            <p:nvPr/>
          </p:nvSpPr>
          <p:spPr>
            <a:xfrm>
              <a:off x="478422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8" name="Google Shape;2068;p36"/>
            <p:cNvSpPr/>
            <p:nvPr/>
          </p:nvSpPr>
          <p:spPr>
            <a:xfrm>
              <a:off x="486427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9" name="Google Shape;2069;p36"/>
            <p:cNvSpPr/>
            <p:nvPr/>
          </p:nvSpPr>
          <p:spPr>
            <a:xfrm>
              <a:off x="4945300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0" name="Google Shape;2070;p36"/>
            <p:cNvSpPr/>
            <p:nvPr/>
          </p:nvSpPr>
          <p:spPr>
            <a:xfrm>
              <a:off x="502632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1" name="Google Shape;2071;p36"/>
            <p:cNvSpPr/>
            <p:nvPr/>
          </p:nvSpPr>
          <p:spPr>
            <a:xfrm>
              <a:off x="5107350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2" name="Google Shape;2072;p36"/>
            <p:cNvSpPr/>
            <p:nvPr/>
          </p:nvSpPr>
          <p:spPr>
            <a:xfrm>
              <a:off x="518837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3" name="Google Shape;2073;p36"/>
            <p:cNvSpPr/>
            <p:nvPr/>
          </p:nvSpPr>
          <p:spPr>
            <a:xfrm>
              <a:off x="4611450" y="3633550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4" name="Google Shape;2074;p36"/>
            <p:cNvSpPr/>
            <p:nvPr/>
          </p:nvSpPr>
          <p:spPr>
            <a:xfrm>
              <a:off x="4611450" y="3552525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5" name="Google Shape;2075;p36"/>
            <p:cNvSpPr/>
            <p:nvPr/>
          </p:nvSpPr>
          <p:spPr>
            <a:xfrm>
              <a:off x="4611450" y="3471500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6" name="Google Shape;2076;p36"/>
            <p:cNvSpPr/>
            <p:nvPr/>
          </p:nvSpPr>
          <p:spPr>
            <a:xfrm>
              <a:off x="4611450" y="3390475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7" name="Google Shape;2077;p36"/>
            <p:cNvSpPr/>
            <p:nvPr/>
          </p:nvSpPr>
          <p:spPr>
            <a:xfrm>
              <a:off x="4611450" y="3310425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1"/>
                  </a:moveTo>
                  <a:lnTo>
                    <a:pt x="26709" y="1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8" name="Google Shape;2078;p36"/>
            <p:cNvSpPr/>
            <p:nvPr/>
          </p:nvSpPr>
          <p:spPr>
            <a:xfrm>
              <a:off x="4611450" y="3229400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1"/>
                  </a:moveTo>
                  <a:lnTo>
                    <a:pt x="26709" y="1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79" name="Google Shape;2079;p36"/>
          <p:cNvGrpSpPr/>
          <p:nvPr/>
        </p:nvGrpSpPr>
        <p:grpSpPr>
          <a:xfrm>
            <a:off x="-2374565" y="826618"/>
            <a:ext cx="4287930" cy="3642388"/>
            <a:chOff x="4611450" y="3151300"/>
            <a:chExt cx="667725" cy="567200"/>
          </a:xfrm>
        </p:grpSpPr>
        <p:sp>
          <p:nvSpPr>
            <p:cNvPr id="2080" name="Google Shape;2080;p36"/>
            <p:cNvSpPr/>
            <p:nvPr/>
          </p:nvSpPr>
          <p:spPr>
            <a:xfrm>
              <a:off x="4703200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1" y="1"/>
                  </a:moveTo>
                  <a:lnTo>
                    <a:pt x="1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1" name="Google Shape;2081;p36"/>
            <p:cNvSpPr/>
            <p:nvPr/>
          </p:nvSpPr>
          <p:spPr>
            <a:xfrm>
              <a:off x="478422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2" name="Google Shape;2082;p36"/>
            <p:cNvSpPr/>
            <p:nvPr/>
          </p:nvSpPr>
          <p:spPr>
            <a:xfrm>
              <a:off x="486427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3" name="Google Shape;2083;p36"/>
            <p:cNvSpPr/>
            <p:nvPr/>
          </p:nvSpPr>
          <p:spPr>
            <a:xfrm>
              <a:off x="4945300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4" name="Google Shape;2084;p36"/>
            <p:cNvSpPr/>
            <p:nvPr/>
          </p:nvSpPr>
          <p:spPr>
            <a:xfrm>
              <a:off x="502632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5" name="Google Shape;2085;p36"/>
            <p:cNvSpPr/>
            <p:nvPr/>
          </p:nvSpPr>
          <p:spPr>
            <a:xfrm>
              <a:off x="5107350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6" name="Google Shape;2086;p36"/>
            <p:cNvSpPr/>
            <p:nvPr/>
          </p:nvSpPr>
          <p:spPr>
            <a:xfrm>
              <a:off x="518837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7" name="Google Shape;2087;p36"/>
            <p:cNvSpPr/>
            <p:nvPr/>
          </p:nvSpPr>
          <p:spPr>
            <a:xfrm>
              <a:off x="4611450" y="3633550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8" name="Google Shape;2088;p36"/>
            <p:cNvSpPr/>
            <p:nvPr/>
          </p:nvSpPr>
          <p:spPr>
            <a:xfrm>
              <a:off x="4611450" y="3552525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9" name="Google Shape;2089;p36"/>
            <p:cNvSpPr/>
            <p:nvPr/>
          </p:nvSpPr>
          <p:spPr>
            <a:xfrm>
              <a:off x="4611450" y="3471500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0" name="Google Shape;2090;p36"/>
            <p:cNvSpPr/>
            <p:nvPr/>
          </p:nvSpPr>
          <p:spPr>
            <a:xfrm>
              <a:off x="4611450" y="3390475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1" name="Google Shape;2091;p36"/>
            <p:cNvSpPr/>
            <p:nvPr/>
          </p:nvSpPr>
          <p:spPr>
            <a:xfrm>
              <a:off x="4611450" y="3310425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1"/>
                  </a:moveTo>
                  <a:lnTo>
                    <a:pt x="26709" y="1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2" name="Google Shape;2092;p36"/>
            <p:cNvSpPr/>
            <p:nvPr/>
          </p:nvSpPr>
          <p:spPr>
            <a:xfrm>
              <a:off x="4611450" y="3229400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1"/>
                  </a:moveTo>
                  <a:lnTo>
                    <a:pt x="26709" y="1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093" name="Google Shape;2093;p36"/>
          <p:cNvSpPr/>
          <p:nvPr/>
        </p:nvSpPr>
        <p:spPr>
          <a:xfrm flipH="1">
            <a:off x="-969025" y="3816700"/>
            <a:ext cx="2148195" cy="2148195"/>
          </a:xfrm>
          <a:custGeom>
            <a:avLst/>
            <a:gdLst/>
            <a:ahLst/>
            <a:cxnLst/>
            <a:rect l="l" t="t" r="r" b="b"/>
            <a:pathLst>
              <a:path w="39478" h="39478" fill="none" extrusionOk="0">
                <a:moveTo>
                  <a:pt x="39477" y="19720"/>
                </a:moveTo>
                <a:lnTo>
                  <a:pt x="39477" y="19720"/>
                </a:lnTo>
                <a:lnTo>
                  <a:pt x="39438" y="20735"/>
                </a:lnTo>
                <a:lnTo>
                  <a:pt x="39360" y="21750"/>
                </a:lnTo>
                <a:lnTo>
                  <a:pt x="39243" y="22726"/>
                </a:lnTo>
                <a:lnTo>
                  <a:pt x="39087" y="23702"/>
                </a:lnTo>
                <a:lnTo>
                  <a:pt x="38853" y="24679"/>
                </a:lnTo>
                <a:lnTo>
                  <a:pt x="38579" y="25616"/>
                </a:lnTo>
                <a:lnTo>
                  <a:pt x="38267" y="26514"/>
                </a:lnTo>
                <a:lnTo>
                  <a:pt x="37915" y="27412"/>
                </a:lnTo>
                <a:lnTo>
                  <a:pt x="37525" y="28310"/>
                </a:lnTo>
                <a:lnTo>
                  <a:pt x="37095" y="29130"/>
                </a:lnTo>
                <a:lnTo>
                  <a:pt x="36627" y="29989"/>
                </a:lnTo>
                <a:lnTo>
                  <a:pt x="36119" y="30770"/>
                </a:lnTo>
                <a:lnTo>
                  <a:pt x="35573" y="31551"/>
                </a:lnTo>
                <a:lnTo>
                  <a:pt x="34987" y="32293"/>
                </a:lnTo>
                <a:lnTo>
                  <a:pt x="34362" y="32996"/>
                </a:lnTo>
                <a:lnTo>
                  <a:pt x="33698" y="33698"/>
                </a:lnTo>
                <a:lnTo>
                  <a:pt x="32995" y="34362"/>
                </a:lnTo>
                <a:lnTo>
                  <a:pt x="32293" y="34948"/>
                </a:lnTo>
                <a:lnTo>
                  <a:pt x="31551" y="35534"/>
                </a:lnTo>
                <a:lnTo>
                  <a:pt x="30770" y="36119"/>
                </a:lnTo>
                <a:lnTo>
                  <a:pt x="29989" y="36627"/>
                </a:lnTo>
                <a:lnTo>
                  <a:pt x="29130" y="37096"/>
                </a:lnTo>
                <a:lnTo>
                  <a:pt x="28310" y="37525"/>
                </a:lnTo>
                <a:lnTo>
                  <a:pt x="27412" y="37916"/>
                </a:lnTo>
                <a:lnTo>
                  <a:pt x="26514" y="38267"/>
                </a:lnTo>
                <a:lnTo>
                  <a:pt x="25615" y="38579"/>
                </a:lnTo>
                <a:lnTo>
                  <a:pt x="24678" y="38853"/>
                </a:lnTo>
                <a:lnTo>
                  <a:pt x="23702" y="39087"/>
                </a:lnTo>
                <a:lnTo>
                  <a:pt x="22765" y="39243"/>
                </a:lnTo>
                <a:lnTo>
                  <a:pt x="21750" y="39360"/>
                </a:lnTo>
                <a:lnTo>
                  <a:pt x="20774" y="39438"/>
                </a:lnTo>
                <a:lnTo>
                  <a:pt x="19758" y="39477"/>
                </a:lnTo>
                <a:lnTo>
                  <a:pt x="19758" y="39477"/>
                </a:lnTo>
                <a:lnTo>
                  <a:pt x="18743" y="39438"/>
                </a:lnTo>
                <a:lnTo>
                  <a:pt x="17728" y="39360"/>
                </a:lnTo>
                <a:lnTo>
                  <a:pt x="16752" y="39243"/>
                </a:lnTo>
                <a:lnTo>
                  <a:pt x="15776" y="39087"/>
                </a:lnTo>
                <a:lnTo>
                  <a:pt x="14799" y="38853"/>
                </a:lnTo>
                <a:lnTo>
                  <a:pt x="13862" y="38579"/>
                </a:lnTo>
                <a:lnTo>
                  <a:pt x="12964" y="38267"/>
                </a:lnTo>
                <a:lnTo>
                  <a:pt x="12066" y="37916"/>
                </a:lnTo>
                <a:lnTo>
                  <a:pt x="11168" y="37525"/>
                </a:lnTo>
                <a:lnTo>
                  <a:pt x="10348" y="37096"/>
                </a:lnTo>
                <a:lnTo>
                  <a:pt x="9489" y="36627"/>
                </a:lnTo>
                <a:lnTo>
                  <a:pt x="8708" y="36119"/>
                </a:lnTo>
                <a:lnTo>
                  <a:pt x="7927" y="35534"/>
                </a:lnTo>
                <a:lnTo>
                  <a:pt x="7185" y="34948"/>
                </a:lnTo>
                <a:lnTo>
                  <a:pt x="6482" y="34362"/>
                </a:lnTo>
                <a:lnTo>
                  <a:pt x="5779" y="33698"/>
                </a:lnTo>
                <a:lnTo>
                  <a:pt x="5116" y="32996"/>
                </a:lnTo>
                <a:lnTo>
                  <a:pt x="4530" y="32293"/>
                </a:lnTo>
                <a:lnTo>
                  <a:pt x="3905" y="31551"/>
                </a:lnTo>
                <a:lnTo>
                  <a:pt x="3358" y="30770"/>
                </a:lnTo>
                <a:lnTo>
                  <a:pt x="2851" y="29989"/>
                </a:lnTo>
                <a:lnTo>
                  <a:pt x="2382" y="29130"/>
                </a:lnTo>
                <a:lnTo>
                  <a:pt x="1953" y="28310"/>
                </a:lnTo>
                <a:lnTo>
                  <a:pt x="1562" y="27412"/>
                </a:lnTo>
                <a:lnTo>
                  <a:pt x="1211" y="26514"/>
                </a:lnTo>
                <a:lnTo>
                  <a:pt x="898" y="25616"/>
                </a:lnTo>
                <a:lnTo>
                  <a:pt x="625" y="24679"/>
                </a:lnTo>
                <a:lnTo>
                  <a:pt x="391" y="23702"/>
                </a:lnTo>
                <a:lnTo>
                  <a:pt x="235" y="22726"/>
                </a:lnTo>
                <a:lnTo>
                  <a:pt x="117" y="21750"/>
                </a:lnTo>
                <a:lnTo>
                  <a:pt x="39" y="20735"/>
                </a:lnTo>
                <a:lnTo>
                  <a:pt x="0" y="19720"/>
                </a:lnTo>
                <a:lnTo>
                  <a:pt x="0" y="19720"/>
                </a:lnTo>
                <a:lnTo>
                  <a:pt x="39" y="18704"/>
                </a:lnTo>
                <a:lnTo>
                  <a:pt x="117" y="17728"/>
                </a:lnTo>
                <a:lnTo>
                  <a:pt x="235" y="16713"/>
                </a:lnTo>
                <a:lnTo>
                  <a:pt x="391" y="15776"/>
                </a:lnTo>
                <a:lnTo>
                  <a:pt x="625" y="14800"/>
                </a:lnTo>
                <a:lnTo>
                  <a:pt x="898" y="13862"/>
                </a:lnTo>
                <a:lnTo>
                  <a:pt x="1211" y="12964"/>
                </a:lnTo>
                <a:lnTo>
                  <a:pt x="1562" y="12066"/>
                </a:lnTo>
                <a:lnTo>
                  <a:pt x="1953" y="11168"/>
                </a:lnTo>
                <a:lnTo>
                  <a:pt x="2382" y="10309"/>
                </a:lnTo>
                <a:lnTo>
                  <a:pt x="2851" y="9489"/>
                </a:lnTo>
                <a:lnTo>
                  <a:pt x="3358" y="8708"/>
                </a:lnTo>
                <a:lnTo>
                  <a:pt x="3905" y="7927"/>
                </a:lnTo>
                <a:lnTo>
                  <a:pt x="4530" y="7185"/>
                </a:lnTo>
                <a:lnTo>
                  <a:pt x="5116" y="6482"/>
                </a:lnTo>
                <a:lnTo>
                  <a:pt x="5779" y="5780"/>
                </a:lnTo>
                <a:lnTo>
                  <a:pt x="6482" y="5116"/>
                </a:lnTo>
                <a:lnTo>
                  <a:pt x="7185" y="4491"/>
                </a:lnTo>
                <a:lnTo>
                  <a:pt x="7927" y="3905"/>
                </a:lnTo>
                <a:lnTo>
                  <a:pt x="8708" y="3359"/>
                </a:lnTo>
                <a:lnTo>
                  <a:pt x="9489" y="2851"/>
                </a:lnTo>
                <a:lnTo>
                  <a:pt x="10348" y="2382"/>
                </a:lnTo>
                <a:lnTo>
                  <a:pt x="11168" y="1953"/>
                </a:lnTo>
                <a:lnTo>
                  <a:pt x="12066" y="1562"/>
                </a:lnTo>
                <a:lnTo>
                  <a:pt x="12964" y="1211"/>
                </a:lnTo>
                <a:lnTo>
                  <a:pt x="13862" y="899"/>
                </a:lnTo>
                <a:lnTo>
                  <a:pt x="14799" y="625"/>
                </a:lnTo>
                <a:lnTo>
                  <a:pt x="15776" y="391"/>
                </a:lnTo>
                <a:lnTo>
                  <a:pt x="16752" y="235"/>
                </a:lnTo>
                <a:lnTo>
                  <a:pt x="17728" y="118"/>
                </a:lnTo>
                <a:lnTo>
                  <a:pt x="18743" y="40"/>
                </a:lnTo>
                <a:lnTo>
                  <a:pt x="19758" y="1"/>
                </a:lnTo>
                <a:lnTo>
                  <a:pt x="19758" y="1"/>
                </a:lnTo>
                <a:lnTo>
                  <a:pt x="20774" y="40"/>
                </a:lnTo>
                <a:lnTo>
                  <a:pt x="21750" y="118"/>
                </a:lnTo>
                <a:lnTo>
                  <a:pt x="22765" y="235"/>
                </a:lnTo>
                <a:lnTo>
                  <a:pt x="23702" y="391"/>
                </a:lnTo>
                <a:lnTo>
                  <a:pt x="24678" y="625"/>
                </a:lnTo>
                <a:lnTo>
                  <a:pt x="25615" y="899"/>
                </a:lnTo>
                <a:lnTo>
                  <a:pt x="26514" y="1211"/>
                </a:lnTo>
                <a:lnTo>
                  <a:pt x="27412" y="1562"/>
                </a:lnTo>
                <a:lnTo>
                  <a:pt x="28310" y="1953"/>
                </a:lnTo>
                <a:lnTo>
                  <a:pt x="29130" y="2382"/>
                </a:lnTo>
                <a:lnTo>
                  <a:pt x="29989" y="2851"/>
                </a:lnTo>
                <a:lnTo>
                  <a:pt x="30770" y="3359"/>
                </a:lnTo>
                <a:lnTo>
                  <a:pt x="31551" y="3905"/>
                </a:lnTo>
                <a:lnTo>
                  <a:pt x="32293" y="4491"/>
                </a:lnTo>
                <a:lnTo>
                  <a:pt x="32995" y="5116"/>
                </a:lnTo>
                <a:lnTo>
                  <a:pt x="33698" y="5780"/>
                </a:lnTo>
                <a:lnTo>
                  <a:pt x="34362" y="6482"/>
                </a:lnTo>
                <a:lnTo>
                  <a:pt x="34987" y="7185"/>
                </a:lnTo>
                <a:lnTo>
                  <a:pt x="35573" y="7927"/>
                </a:lnTo>
                <a:lnTo>
                  <a:pt x="36119" y="8708"/>
                </a:lnTo>
                <a:lnTo>
                  <a:pt x="36627" y="9489"/>
                </a:lnTo>
                <a:lnTo>
                  <a:pt x="37095" y="10309"/>
                </a:lnTo>
                <a:lnTo>
                  <a:pt x="37525" y="11168"/>
                </a:lnTo>
                <a:lnTo>
                  <a:pt x="37915" y="12066"/>
                </a:lnTo>
                <a:lnTo>
                  <a:pt x="38267" y="12964"/>
                </a:lnTo>
                <a:lnTo>
                  <a:pt x="38579" y="13862"/>
                </a:lnTo>
                <a:lnTo>
                  <a:pt x="38853" y="14800"/>
                </a:lnTo>
                <a:lnTo>
                  <a:pt x="39087" y="15776"/>
                </a:lnTo>
                <a:lnTo>
                  <a:pt x="39243" y="16713"/>
                </a:lnTo>
                <a:lnTo>
                  <a:pt x="39360" y="17728"/>
                </a:lnTo>
                <a:lnTo>
                  <a:pt x="39438" y="18704"/>
                </a:lnTo>
                <a:lnTo>
                  <a:pt x="39477" y="19720"/>
                </a:lnTo>
                <a:lnTo>
                  <a:pt x="39477" y="19720"/>
                </a:lnTo>
                <a:close/>
              </a:path>
            </a:pathLst>
          </a:custGeom>
          <a:noFill/>
          <a:ln w="2342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4" name="Google Shape;2094;p36"/>
          <p:cNvSpPr/>
          <p:nvPr/>
        </p:nvSpPr>
        <p:spPr>
          <a:xfrm flipH="1">
            <a:off x="8148019" y="-395873"/>
            <a:ext cx="1785851" cy="1785884"/>
          </a:xfrm>
          <a:custGeom>
            <a:avLst/>
            <a:gdLst/>
            <a:ahLst/>
            <a:cxnLst/>
            <a:rect l="l" t="t" r="r" b="b"/>
            <a:pathLst>
              <a:path w="53730" h="53731" fill="none" extrusionOk="0">
                <a:moveTo>
                  <a:pt x="53730" y="26865"/>
                </a:moveTo>
                <a:lnTo>
                  <a:pt x="53730" y="26865"/>
                </a:lnTo>
                <a:lnTo>
                  <a:pt x="53691" y="28232"/>
                </a:lnTo>
                <a:lnTo>
                  <a:pt x="53613" y="29599"/>
                </a:lnTo>
                <a:lnTo>
                  <a:pt x="53418" y="30965"/>
                </a:lnTo>
                <a:lnTo>
                  <a:pt x="53183" y="32293"/>
                </a:lnTo>
                <a:lnTo>
                  <a:pt x="52910" y="33582"/>
                </a:lnTo>
                <a:lnTo>
                  <a:pt x="52520" y="34870"/>
                </a:lnTo>
                <a:lnTo>
                  <a:pt x="52129" y="36120"/>
                </a:lnTo>
                <a:lnTo>
                  <a:pt x="51621" y="37330"/>
                </a:lnTo>
                <a:lnTo>
                  <a:pt x="51075" y="38502"/>
                </a:lnTo>
                <a:lnTo>
                  <a:pt x="50489" y="39673"/>
                </a:lnTo>
                <a:lnTo>
                  <a:pt x="49864" y="40805"/>
                </a:lnTo>
                <a:lnTo>
                  <a:pt x="49161" y="41899"/>
                </a:lnTo>
                <a:lnTo>
                  <a:pt x="48420" y="42953"/>
                </a:lnTo>
                <a:lnTo>
                  <a:pt x="47600" y="43968"/>
                </a:lnTo>
                <a:lnTo>
                  <a:pt x="46780" y="44944"/>
                </a:lnTo>
                <a:lnTo>
                  <a:pt x="45881" y="45882"/>
                </a:lnTo>
                <a:lnTo>
                  <a:pt x="44944" y="46741"/>
                </a:lnTo>
                <a:lnTo>
                  <a:pt x="43968" y="47600"/>
                </a:lnTo>
                <a:lnTo>
                  <a:pt x="42953" y="48381"/>
                </a:lnTo>
                <a:lnTo>
                  <a:pt x="41899" y="49161"/>
                </a:lnTo>
                <a:lnTo>
                  <a:pt x="40805" y="49825"/>
                </a:lnTo>
                <a:lnTo>
                  <a:pt x="39673" y="50489"/>
                </a:lnTo>
                <a:lnTo>
                  <a:pt x="38501" y="51075"/>
                </a:lnTo>
                <a:lnTo>
                  <a:pt x="37330" y="51621"/>
                </a:lnTo>
                <a:lnTo>
                  <a:pt x="36120" y="52090"/>
                </a:lnTo>
                <a:lnTo>
                  <a:pt x="34870" y="52520"/>
                </a:lnTo>
                <a:lnTo>
                  <a:pt x="33581" y="52871"/>
                </a:lnTo>
                <a:lnTo>
                  <a:pt x="32293" y="53183"/>
                </a:lnTo>
                <a:lnTo>
                  <a:pt x="30965" y="53418"/>
                </a:lnTo>
                <a:lnTo>
                  <a:pt x="29638" y="53613"/>
                </a:lnTo>
                <a:lnTo>
                  <a:pt x="28271" y="53691"/>
                </a:lnTo>
                <a:lnTo>
                  <a:pt x="26865" y="53730"/>
                </a:lnTo>
                <a:lnTo>
                  <a:pt x="26865" y="53730"/>
                </a:lnTo>
                <a:lnTo>
                  <a:pt x="25499" y="53691"/>
                </a:lnTo>
                <a:lnTo>
                  <a:pt x="24132" y="53613"/>
                </a:lnTo>
                <a:lnTo>
                  <a:pt x="22765" y="53418"/>
                </a:lnTo>
                <a:lnTo>
                  <a:pt x="21477" y="53183"/>
                </a:lnTo>
                <a:lnTo>
                  <a:pt x="20149" y="52871"/>
                </a:lnTo>
                <a:lnTo>
                  <a:pt x="18900" y="52520"/>
                </a:lnTo>
                <a:lnTo>
                  <a:pt x="17650" y="52090"/>
                </a:lnTo>
                <a:lnTo>
                  <a:pt x="16401" y="51621"/>
                </a:lnTo>
                <a:lnTo>
                  <a:pt x="15229" y="51075"/>
                </a:lnTo>
                <a:lnTo>
                  <a:pt x="14058" y="50489"/>
                </a:lnTo>
                <a:lnTo>
                  <a:pt x="12925" y="49825"/>
                </a:lnTo>
                <a:lnTo>
                  <a:pt x="11832" y="49161"/>
                </a:lnTo>
                <a:lnTo>
                  <a:pt x="10778" y="48381"/>
                </a:lnTo>
                <a:lnTo>
                  <a:pt x="9762" y="47600"/>
                </a:lnTo>
                <a:lnTo>
                  <a:pt x="8825" y="46741"/>
                </a:lnTo>
                <a:lnTo>
                  <a:pt x="7888" y="45882"/>
                </a:lnTo>
                <a:lnTo>
                  <a:pt x="6990" y="44944"/>
                </a:lnTo>
                <a:lnTo>
                  <a:pt x="6131" y="43968"/>
                </a:lnTo>
                <a:lnTo>
                  <a:pt x="5350" y="42953"/>
                </a:lnTo>
                <a:lnTo>
                  <a:pt x="4608" y="41899"/>
                </a:lnTo>
                <a:lnTo>
                  <a:pt x="3905" y="40805"/>
                </a:lnTo>
                <a:lnTo>
                  <a:pt x="3242" y="39673"/>
                </a:lnTo>
                <a:lnTo>
                  <a:pt x="2656" y="38502"/>
                </a:lnTo>
                <a:lnTo>
                  <a:pt x="2109" y="37330"/>
                </a:lnTo>
                <a:lnTo>
                  <a:pt x="1641" y="36120"/>
                </a:lnTo>
                <a:lnTo>
                  <a:pt x="1211" y="34870"/>
                </a:lnTo>
                <a:lnTo>
                  <a:pt x="860" y="33582"/>
                </a:lnTo>
                <a:lnTo>
                  <a:pt x="547" y="32293"/>
                </a:lnTo>
                <a:lnTo>
                  <a:pt x="313" y="30965"/>
                </a:lnTo>
                <a:lnTo>
                  <a:pt x="157" y="29599"/>
                </a:lnTo>
                <a:lnTo>
                  <a:pt x="40" y="28232"/>
                </a:lnTo>
                <a:lnTo>
                  <a:pt x="1" y="26865"/>
                </a:lnTo>
                <a:lnTo>
                  <a:pt x="1" y="26865"/>
                </a:lnTo>
                <a:lnTo>
                  <a:pt x="40" y="25499"/>
                </a:lnTo>
                <a:lnTo>
                  <a:pt x="157" y="24132"/>
                </a:lnTo>
                <a:lnTo>
                  <a:pt x="313" y="22765"/>
                </a:lnTo>
                <a:lnTo>
                  <a:pt x="547" y="21438"/>
                </a:lnTo>
                <a:lnTo>
                  <a:pt x="860" y="20149"/>
                </a:lnTo>
                <a:lnTo>
                  <a:pt x="1211" y="18861"/>
                </a:lnTo>
                <a:lnTo>
                  <a:pt x="1641" y="17611"/>
                </a:lnTo>
                <a:lnTo>
                  <a:pt x="2109" y="16401"/>
                </a:lnTo>
                <a:lnTo>
                  <a:pt x="2656" y="15229"/>
                </a:lnTo>
                <a:lnTo>
                  <a:pt x="3242" y="14058"/>
                </a:lnTo>
                <a:lnTo>
                  <a:pt x="3905" y="12926"/>
                </a:lnTo>
                <a:lnTo>
                  <a:pt x="4608" y="11832"/>
                </a:lnTo>
                <a:lnTo>
                  <a:pt x="5350" y="10778"/>
                </a:lnTo>
                <a:lnTo>
                  <a:pt x="6131" y="9763"/>
                </a:lnTo>
                <a:lnTo>
                  <a:pt x="6990" y="8786"/>
                </a:lnTo>
                <a:lnTo>
                  <a:pt x="7888" y="7849"/>
                </a:lnTo>
                <a:lnTo>
                  <a:pt x="8825" y="6990"/>
                </a:lnTo>
                <a:lnTo>
                  <a:pt x="9762" y="6131"/>
                </a:lnTo>
                <a:lnTo>
                  <a:pt x="10778" y="5350"/>
                </a:lnTo>
                <a:lnTo>
                  <a:pt x="11832" y="4569"/>
                </a:lnTo>
                <a:lnTo>
                  <a:pt x="12925" y="3906"/>
                </a:lnTo>
                <a:lnTo>
                  <a:pt x="14058" y="3242"/>
                </a:lnTo>
                <a:lnTo>
                  <a:pt x="15229" y="2656"/>
                </a:lnTo>
                <a:lnTo>
                  <a:pt x="16401" y="2109"/>
                </a:lnTo>
                <a:lnTo>
                  <a:pt x="17650" y="1641"/>
                </a:lnTo>
                <a:lnTo>
                  <a:pt x="18900" y="1211"/>
                </a:lnTo>
                <a:lnTo>
                  <a:pt x="20149" y="860"/>
                </a:lnTo>
                <a:lnTo>
                  <a:pt x="21477" y="547"/>
                </a:lnTo>
                <a:lnTo>
                  <a:pt x="22765" y="313"/>
                </a:lnTo>
                <a:lnTo>
                  <a:pt x="24132" y="118"/>
                </a:lnTo>
                <a:lnTo>
                  <a:pt x="25499" y="40"/>
                </a:lnTo>
                <a:lnTo>
                  <a:pt x="26865" y="1"/>
                </a:lnTo>
                <a:lnTo>
                  <a:pt x="26865" y="1"/>
                </a:lnTo>
                <a:lnTo>
                  <a:pt x="28271" y="40"/>
                </a:lnTo>
                <a:lnTo>
                  <a:pt x="29638" y="118"/>
                </a:lnTo>
                <a:lnTo>
                  <a:pt x="30965" y="313"/>
                </a:lnTo>
                <a:lnTo>
                  <a:pt x="32293" y="547"/>
                </a:lnTo>
                <a:lnTo>
                  <a:pt x="33581" y="860"/>
                </a:lnTo>
                <a:lnTo>
                  <a:pt x="34870" y="1211"/>
                </a:lnTo>
                <a:lnTo>
                  <a:pt x="36120" y="1641"/>
                </a:lnTo>
                <a:lnTo>
                  <a:pt x="37330" y="2109"/>
                </a:lnTo>
                <a:lnTo>
                  <a:pt x="38501" y="2656"/>
                </a:lnTo>
                <a:lnTo>
                  <a:pt x="39673" y="3242"/>
                </a:lnTo>
                <a:lnTo>
                  <a:pt x="40805" y="3906"/>
                </a:lnTo>
                <a:lnTo>
                  <a:pt x="41899" y="4569"/>
                </a:lnTo>
                <a:lnTo>
                  <a:pt x="42953" y="5350"/>
                </a:lnTo>
                <a:lnTo>
                  <a:pt x="43968" y="6131"/>
                </a:lnTo>
                <a:lnTo>
                  <a:pt x="44944" y="6990"/>
                </a:lnTo>
                <a:lnTo>
                  <a:pt x="45881" y="7849"/>
                </a:lnTo>
                <a:lnTo>
                  <a:pt x="46780" y="8786"/>
                </a:lnTo>
                <a:lnTo>
                  <a:pt x="47600" y="9763"/>
                </a:lnTo>
                <a:lnTo>
                  <a:pt x="48420" y="10778"/>
                </a:lnTo>
                <a:lnTo>
                  <a:pt x="49161" y="11832"/>
                </a:lnTo>
                <a:lnTo>
                  <a:pt x="49864" y="12926"/>
                </a:lnTo>
                <a:lnTo>
                  <a:pt x="50489" y="14058"/>
                </a:lnTo>
                <a:lnTo>
                  <a:pt x="51075" y="15229"/>
                </a:lnTo>
                <a:lnTo>
                  <a:pt x="51621" y="16401"/>
                </a:lnTo>
                <a:lnTo>
                  <a:pt x="52129" y="17611"/>
                </a:lnTo>
                <a:lnTo>
                  <a:pt x="52520" y="18861"/>
                </a:lnTo>
                <a:lnTo>
                  <a:pt x="52910" y="20149"/>
                </a:lnTo>
                <a:lnTo>
                  <a:pt x="53183" y="21438"/>
                </a:lnTo>
                <a:lnTo>
                  <a:pt x="53418" y="22765"/>
                </a:lnTo>
                <a:lnTo>
                  <a:pt x="53613" y="24132"/>
                </a:lnTo>
                <a:lnTo>
                  <a:pt x="53691" y="25499"/>
                </a:lnTo>
                <a:lnTo>
                  <a:pt x="53730" y="26865"/>
                </a:lnTo>
                <a:lnTo>
                  <a:pt x="53730" y="26865"/>
                </a:lnTo>
                <a:close/>
              </a:path>
            </a:pathLst>
          </a:custGeom>
          <a:noFill/>
          <a:ln w="23425" cap="rnd" cmpd="sng">
            <a:solidFill>
              <a:srgbClr val="FF314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5" name="Google Shape;2095;p36"/>
          <p:cNvSpPr/>
          <p:nvPr/>
        </p:nvSpPr>
        <p:spPr>
          <a:xfrm flipH="1">
            <a:off x="7851617" y="623875"/>
            <a:ext cx="786451" cy="787280"/>
          </a:xfrm>
          <a:custGeom>
            <a:avLst/>
            <a:gdLst/>
            <a:ahLst/>
            <a:cxnLst/>
            <a:rect l="l" t="t" r="r" b="b"/>
            <a:pathLst>
              <a:path w="36979" h="37018" extrusionOk="0">
                <a:moveTo>
                  <a:pt x="18509" y="1"/>
                </a:moveTo>
                <a:lnTo>
                  <a:pt x="17533" y="40"/>
                </a:lnTo>
                <a:lnTo>
                  <a:pt x="16595" y="118"/>
                </a:lnTo>
                <a:lnTo>
                  <a:pt x="15697" y="235"/>
                </a:lnTo>
                <a:lnTo>
                  <a:pt x="14760" y="391"/>
                </a:lnTo>
                <a:lnTo>
                  <a:pt x="13862" y="586"/>
                </a:lnTo>
                <a:lnTo>
                  <a:pt x="13003" y="860"/>
                </a:lnTo>
                <a:lnTo>
                  <a:pt x="12144" y="1133"/>
                </a:lnTo>
                <a:lnTo>
                  <a:pt x="11285" y="1484"/>
                </a:lnTo>
                <a:lnTo>
                  <a:pt x="10465" y="1836"/>
                </a:lnTo>
                <a:lnTo>
                  <a:pt x="9684" y="2265"/>
                </a:lnTo>
                <a:lnTo>
                  <a:pt x="8903" y="2695"/>
                </a:lnTo>
                <a:lnTo>
                  <a:pt x="8161" y="3163"/>
                </a:lnTo>
                <a:lnTo>
                  <a:pt x="7419" y="3671"/>
                </a:lnTo>
                <a:lnTo>
                  <a:pt x="6755" y="4257"/>
                </a:lnTo>
                <a:lnTo>
                  <a:pt x="6053" y="4803"/>
                </a:lnTo>
                <a:lnTo>
                  <a:pt x="5428" y="5428"/>
                </a:lnTo>
                <a:lnTo>
                  <a:pt x="4803" y="6092"/>
                </a:lnTo>
                <a:lnTo>
                  <a:pt x="4217" y="6756"/>
                </a:lnTo>
                <a:lnTo>
                  <a:pt x="3671" y="7459"/>
                </a:lnTo>
                <a:lnTo>
                  <a:pt x="3163" y="8162"/>
                </a:lnTo>
                <a:lnTo>
                  <a:pt x="2695" y="8903"/>
                </a:lnTo>
                <a:lnTo>
                  <a:pt x="2226" y="9684"/>
                </a:lnTo>
                <a:lnTo>
                  <a:pt x="1836" y="10504"/>
                </a:lnTo>
                <a:lnTo>
                  <a:pt x="1445" y="11324"/>
                </a:lnTo>
                <a:lnTo>
                  <a:pt x="1133" y="12144"/>
                </a:lnTo>
                <a:lnTo>
                  <a:pt x="820" y="13003"/>
                </a:lnTo>
                <a:lnTo>
                  <a:pt x="586" y="13901"/>
                </a:lnTo>
                <a:lnTo>
                  <a:pt x="391" y="14800"/>
                </a:lnTo>
                <a:lnTo>
                  <a:pt x="235" y="15698"/>
                </a:lnTo>
                <a:lnTo>
                  <a:pt x="117" y="16635"/>
                </a:lnTo>
                <a:lnTo>
                  <a:pt x="39" y="17572"/>
                </a:lnTo>
                <a:lnTo>
                  <a:pt x="0" y="18509"/>
                </a:lnTo>
                <a:lnTo>
                  <a:pt x="39" y="19446"/>
                </a:lnTo>
                <a:lnTo>
                  <a:pt x="117" y="20383"/>
                </a:lnTo>
                <a:lnTo>
                  <a:pt x="235" y="21320"/>
                </a:lnTo>
                <a:lnTo>
                  <a:pt x="391" y="22219"/>
                </a:lnTo>
                <a:lnTo>
                  <a:pt x="586" y="23117"/>
                </a:lnTo>
                <a:lnTo>
                  <a:pt x="820" y="24015"/>
                </a:lnTo>
                <a:lnTo>
                  <a:pt x="1133" y="24874"/>
                </a:lnTo>
                <a:lnTo>
                  <a:pt x="1445" y="25694"/>
                </a:lnTo>
                <a:lnTo>
                  <a:pt x="1836" y="26514"/>
                </a:lnTo>
                <a:lnTo>
                  <a:pt x="2226" y="27334"/>
                </a:lnTo>
                <a:lnTo>
                  <a:pt x="2695" y="28115"/>
                </a:lnTo>
                <a:lnTo>
                  <a:pt x="3163" y="28857"/>
                </a:lnTo>
                <a:lnTo>
                  <a:pt x="3671" y="29559"/>
                </a:lnTo>
                <a:lnTo>
                  <a:pt x="4217" y="30262"/>
                </a:lnTo>
                <a:lnTo>
                  <a:pt x="4803" y="30926"/>
                </a:lnTo>
                <a:lnTo>
                  <a:pt x="5428" y="31590"/>
                </a:lnTo>
                <a:lnTo>
                  <a:pt x="6053" y="32215"/>
                </a:lnTo>
                <a:lnTo>
                  <a:pt x="6755" y="32761"/>
                </a:lnTo>
                <a:lnTo>
                  <a:pt x="7419" y="33347"/>
                </a:lnTo>
                <a:lnTo>
                  <a:pt x="8161" y="33855"/>
                </a:lnTo>
                <a:lnTo>
                  <a:pt x="8903" y="34323"/>
                </a:lnTo>
                <a:lnTo>
                  <a:pt x="9684" y="34753"/>
                </a:lnTo>
                <a:lnTo>
                  <a:pt x="10465" y="35182"/>
                </a:lnTo>
                <a:lnTo>
                  <a:pt x="11285" y="35534"/>
                </a:lnTo>
                <a:lnTo>
                  <a:pt x="12144" y="35885"/>
                </a:lnTo>
                <a:lnTo>
                  <a:pt x="13003" y="36158"/>
                </a:lnTo>
                <a:lnTo>
                  <a:pt x="13862" y="36432"/>
                </a:lnTo>
                <a:lnTo>
                  <a:pt x="14760" y="36627"/>
                </a:lnTo>
                <a:lnTo>
                  <a:pt x="15697" y="36783"/>
                </a:lnTo>
                <a:lnTo>
                  <a:pt x="16595" y="36900"/>
                </a:lnTo>
                <a:lnTo>
                  <a:pt x="17533" y="36978"/>
                </a:lnTo>
                <a:lnTo>
                  <a:pt x="18509" y="37018"/>
                </a:lnTo>
                <a:lnTo>
                  <a:pt x="19446" y="36978"/>
                </a:lnTo>
                <a:lnTo>
                  <a:pt x="20383" y="36900"/>
                </a:lnTo>
                <a:lnTo>
                  <a:pt x="21320" y="36783"/>
                </a:lnTo>
                <a:lnTo>
                  <a:pt x="22218" y="36627"/>
                </a:lnTo>
                <a:lnTo>
                  <a:pt x="23116" y="36432"/>
                </a:lnTo>
                <a:lnTo>
                  <a:pt x="24015" y="36158"/>
                </a:lnTo>
                <a:lnTo>
                  <a:pt x="24874" y="35885"/>
                </a:lnTo>
                <a:lnTo>
                  <a:pt x="25694" y="35534"/>
                </a:lnTo>
                <a:lnTo>
                  <a:pt x="26514" y="35182"/>
                </a:lnTo>
                <a:lnTo>
                  <a:pt x="27334" y="34753"/>
                </a:lnTo>
                <a:lnTo>
                  <a:pt x="28075" y="34323"/>
                </a:lnTo>
                <a:lnTo>
                  <a:pt x="28856" y="33855"/>
                </a:lnTo>
                <a:lnTo>
                  <a:pt x="29559" y="33347"/>
                </a:lnTo>
                <a:lnTo>
                  <a:pt x="30262" y="32761"/>
                </a:lnTo>
                <a:lnTo>
                  <a:pt x="30926" y="32215"/>
                </a:lnTo>
                <a:lnTo>
                  <a:pt x="31590" y="31590"/>
                </a:lnTo>
                <a:lnTo>
                  <a:pt x="32175" y="30926"/>
                </a:lnTo>
                <a:lnTo>
                  <a:pt x="32761" y="30262"/>
                </a:lnTo>
                <a:lnTo>
                  <a:pt x="33308" y="29559"/>
                </a:lnTo>
                <a:lnTo>
                  <a:pt x="33855" y="28857"/>
                </a:lnTo>
                <a:lnTo>
                  <a:pt x="34323" y="28115"/>
                </a:lnTo>
                <a:lnTo>
                  <a:pt x="34753" y="27334"/>
                </a:lnTo>
                <a:lnTo>
                  <a:pt x="35182" y="26514"/>
                </a:lnTo>
                <a:lnTo>
                  <a:pt x="35534" y="25694"/>
                </a:lnTo>
                <a:lnTo>
                  <a:pt x="35885" y="24874"/>
                </a:lnTo>
                <a:lnTo>
                  <a:pt x="36158" y="24015"/>
                </a:lnTo>
                <a:lnTo>
                  <a:pt x="36432" y="23117"/>
                </a:lnTo>
                <a:lnTo>
                  <a:pt x="36627" y="22219"/>
                </a:lnTo>
                <a:lnTo>
                  <a:pt x="36783" y="21320"/>
                </a:lnTo>
                <a:lnTo>
                  <a:pt x="36900" y="20383"/>
                </a:lnTo>
                <a:lnTo>
                  <a:pt x="36978" y="19446"/>
                </a:lnTo>
                <a:lnTo>
                  <a:pt x="36978" y="18509"/>
                </a:lnTo>
                <a:lnTo>
                  <a:pt x="36978" y="17572"/>
                </a:lnTo>
                <a:lnTo>
                  <a:pt x="36900" y="16635"/>
                </a:lnTo>
                <a:lnTo>
                  <a:pt x="36783" y="15698"/>
                </a:lnTo>
                <a:lnTo>
                  <a:pt x="36627" y="14800"/>
                </a:lnTo>
                <a:lnTo>
                  <a:pt x="36432" y="13901"/>
                </a:lnTo>
                <a:lnTo>
                  <a:pt x="36158" y="13003"/>
                </a:lnTo>
                <a:lnTo>
                  <a:pt x="35885" y="12144"/>
                </a:lnTo>
                <a:lnTo>
                  <a:pt x="35534" y="11324"/>
                </a:lnTo>
                <a:lnTo>
                  <a:pt x="35182" y="10504"/>
                </a:lnTo>
                <a:lnTo>
                  <a:pt x="34753" y="9684"/>
                </a:lnTo>
                <a:lnTo>
                  <a:pt x="34323" y="8903"/>
                </a:lnTo>
                <a:lnTo>
                  <a:pt x="33855" y="8162"/>
                </a:lnTo>
                <a:lnTo>
                  <a:pt x="33308" y="7459"/>
                </a:lnTo>
                <a:lnTo>
                  <a:pt x="32761" y="6756"/>
                </a:lnTo>
                <a:lnTo>
                  <a:pt x="32175" y="6092"/>
                </a:lnTo>
                <a:lnTo>
                  <a:pt x="31590" y="5428"/>
                </a:lnTo>
                <a:lnTo>
                  <a:pt x="30926" y="4803"/>
                </a:lnTo>
                <a:lnTo>
                  <a:pt x="30262" y="4257"/>
                </a:lnTo>
                <a:lnTo>
                  <a:pt x="29559" y="3671"/>
                </a:lnTo>
                <a:lnTo>
                  <a:pt x="28856" y="3163"/>
                </a:lnTo>
                <a:lnTo>
                  <a:pt x="28075" y="2695"/>
                </a:lnTo>
                <a:lnTo>
                  <a:pt x="27334" y="2265"/>
                </a:lnTo>
                <a:lnTo>
                  <a:pt x="26514" y="1836"/>
                </a:lnTo>
                <a:lnTo>
                  <a:pt x="25694" y="1484"/>
                </a:lnTo>
                <a:lnTo>
                  <a:pt x="24874" y="1133"/>
                </a:lnTo>
                <a:lnTo>
                  <a:pt x="24015" y="860"/>
                </a:lnTo>
                <a:lnTo>
                  <a:pt x="23116" y="586"/>
                </a:lnTo>
                <a:lnTo>
                  <a:pt x="22218" y="391"/>
                </a:lnTo>
                <a:lnTo>
                  <a:pt x="21320" y="235"/>
                </a:lnTo>
                <a:lnTo>
                  <a:pt x="20383" y="118"/>
                </a:lnTo>
                <a:lnTo>
                  <a:pt x="19446" y="40"/>
                </a:lnTo>
                <a:lnTo>
                  <a:pt x="18509" y="1"/>
                </a:lnTo>
                <a:close/>
              </a:path>
            </a:pathLst>
          </a:custGeom>
          <a:solidFill>
            <a:srgbClr val="FFB4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096" name="Google Shape;2096;p36"/>
          <p:cNvGrpSpPr/>
          <p:nvPr/>
        </p:nvGrpSpPr>
        <p:grpSpPr>
          <a:xfrm>
            <a:off x="514482" y="518776"/>
            <a:ext cx="1051274" cy="787312"/>
            <a:chOff x="3585475" y="1537675"/>
            <a:chExt cx="649175" cy="486175"/>
          </a:xfrm>
        </p:grpSpPr>
        <p:sp>
          <p:nvSpPr>
            <p:cNvPr id="2097" name="Google Shape;2097;p36"/>
            <p:cNvSpPr/>
            <p:nvPr/>
          </p:nvSpPr>
          <p:spPr>
            <a:xfrm>
              <a:off x="35854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8" name="Google Shape;2098;p36"/>
            <p:cNvSpPr/>
            <p:nvPr/>
          </p:nvSpPr>
          <p:spPr>
            <a:xfrm>
              <a:off x="35854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1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9" name="Google Shape;2099;p36"/>
            <p:cNvSpPr/>
            <p:nvPr/>
          </p:nvSpPr>
          <p:spPr>
            <a:xfrm>
              <a:off x="35854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0" name="Google Shape;2100;p36"/>
            <p:cNvSpPr/>
            <p:nvPr/>
          </p:nvSpPr>
          <p:spPr>
            <a:xfrm>
              <a:off x="35854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1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03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1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1" name="Google Shape;2101;p36"/>
            <p:cNvSpPr/>
            <p:nvPr/>
          </p:nvSpPr>
          <p:spPr>
            <a:xfrm>
              <a:off x="3739700" y="1992575"/>
              <a:ext cx="30300" cy="31275"/>
            </a:xfrm>
            <a:custGeom>
              <a:avLst/>
              <a:gdLst/>
              <a:ahLst/>
              <a:cxnLst/>
              <a:rect l="l" t="t" r="r" b="b"/>
              <a:pathLst>
                <a:path w="1212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2" name="Google Shape;2102;p36"/>
            <p:cNvSpPr/>
            <p:nvPr/>
          </p:nvSpPr>
          <p:spPr>
            <a:xfrm>
              <a:off x="3739700" y="18412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3" name="Google Shape;2103;p36"/>
            <p:cNvSpPr/>
            <p:nvPr/>
          </p:nvSpPr>
          <p:spPr>
            <a:xfrm>
              <a:off x="3739700" y="1688975"/>
              <a:ext cx="30300" cy="30300"/>
            </a:xfrm>
            <a:custGeom>
              <a:avLst/>
              <a:gdLst/>
              <a:ahLst/>
              <a:cxnLst/>
              <a:rect l="l" t="t" r="r" b="b"/>
              <a:pathLst>
                <a:path w="1212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4" name="Google Shape;2104;p36"/>
            <p:cNvSpPr/>
            <p:nvPr/>
          </p:nvSpPr>
          <p:spPr>
            <a:xfrm>
              <a:off x="3739700" y="15376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2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5" name="Google Shape;2105;p36"/>
            <p:cNvSpPr/>
            <p:nvPr/>
          </p:nvSpPr>
          <p:spPr>
            <a:xfrm>
              <a:off x="389492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6" name="Google Shape;2106;p36"/>
            <p:cNvSpPr/>
            <p:nvPr/>
          </p:nvSpPr>
          <p:spPr>
            <a:xfrm>
              <a:off x="389492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7" name="Google Shape;2107;p36"/>
            <p:cNvSpPr/>
            <p:nvPr/>
          </p:nvSpPr>
          <p:spPr>
            <a:xfrm>
              <a:off x="389492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8" name="Google Shape;2108;p36"/>
            <p:cNvSpPr/>
            <p:nvPr/>
          </p:nvSpPr>
          <p:spPr>
            <a:xfrm>
              <a:off x="389492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9" name="Google Shape;2109;p36"/>
            <p:cNvSpPr/>
            <p:nvPr/>
          </p:nvSpPr>
          <p:spPr>
            <a:xfrm>
              <a:off x="4049150" y="1992575"/>
              <a:ext cx="31275" cy="31275"/>
            </a:xfrm>
            <a:custGeom>
              <a:avLst/>
              <a:gdLst/>
              <a:ahLst/>
              <a:cxnLst/>
              <a:rect l="l" t="t" r="r" b="b"/>
              <a:pathLst>
                <a:path w="1251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50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0" name="Google Shape;2110;p36"/>
            <p:cNvSpPr/>
            <p:nvPr/>
          </p:nvSpPr>
          <p:spPr>
            <a:xfrm>
              <a:off x="4049150" y="18412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1" name="Google Shape;2111;p36"/>
            <p:cNvSpPr/>
            <p:nvPr/>
          </p:nvSpPr>
          <p:spPr>
            <a:xfrm>
              <a:off x="4049150" y="1688975"/>
              <a:ext cx="31275" cy="30300"/>
            </a:xfrm>
            <a:custGeom>
              <a:avLst/>
              <a:gdLst/>
              <a:ahLst/>
              <a:cxnLst/>
              <a:rect l="l" t="t" r="r" b="b"/>
              <a:pathLst>
                <a:path w="1251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50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2" name="Google Shape;2112;p36"/>
            <p:cNvSpPr/>
            <p:nvPr/>
          </p:nvSpPr>
          <p:spPr>
            <a:xfrm>
              <a:off x="4049150" y="15376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3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3" name="Google Shape;2113;p36"/>
            <p:cNvSpPr/>
            <p:nvPr/>
          </p:nvSpPr>
          <p:spPr>
            <a:xfrm>
              <a:off x="42043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4" name="Google Shape;2114;p36"/>
            <p:cNvSpPr/>
            <p:nvPr/>
          </p:nvSpPr>
          <p:spPr>
            <a:xfrm>
              <a:off x="42043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5" name="Google Shape;2115;p36"/>
            <p:cNvSpPr/>
            <p:nvPr/>
          </p:nvSpPr>
          <p:spPr>
            <a:xfrm>
              <a:off x="42043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6" name="Google Shape;2116;p36"/>
            <p:cNvSpPr/>
            <p:nvPr/>
          </p:nvSpPr>
          <p:spPr>
            <a:xfrm>
              <a:off x="42043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59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17" name="Google Shape;2117;p36"/>
          <p:cNvGrpSpPr/>
          <p:nvPr/>
        </p:nvGrpSpPr>
        <p:grpSpPr>
          <a:xfrm>
            <a:off x="7523332" y="3991726"/>
            <a:ext cx="1051274" cy="787312"/>
            <a:chOff x="3585475" y="1537675"/>
            <a:chExt cx="649175" cy="486175"/>
          </a:xfrm>
        </p:grpSpPr>
        <p:sp>
          <p:nvSpPr>
            <p:cNvPr id="2118" name="Google Shape;2118;p36"/>
            <p:cNvSpPr/>
            <p:nvPr/>
          </p:nvSpPr>
          <p:spPr>
            <a:xfrm>
              <a:off x="35854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9" name="Google Shape;2119;p36"/>
            <p:cNvSpPr/>
            <p:nvPr/>
          </p:nvSpPr>
          <p:spPr>
            <a:xfrm>
              <a:off x="35854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1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0" name="Google Shape;2120;p36"/>
            <p:cNvSpPr/>
            <p:nvPr/>
          </p:nvSpPr>
          <p:spPr>
            <a:xfrm>
              <a:off x="35854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1" name="Google Shape;2121;p36"/>
            <p:cNvSpPr/>
            <p:nvPr/>
          </p:nvSpPr>
          <p:spPr>
            <a:xfrm>
              <a:off x="35854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1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03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1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2" name="Google Shape;2122;p36"/>
            <p:cNvSpPr/>
            <p:nvPr/>
          </p:nvSpPr>
          <p:spPr>
            <a:xfrm>
              <a:off x="3739700" y="1992575"/>
              <a:ext cx="30300" cy="31275"/>
            </a:xfrm>
            <a:custGeom>
              <a:avLst/>
              <a:gdLst/>
              <a:ahLst/>
              <a:cxnLst/>
              <a:rect l="l" t="t" r="r" b="b"/>
              <a:pathLst>
                <a:path w="1212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3" name="Google Shape;2123;p36"/>
            <p:cNvSpPr/>
            <p:nvPr/>
          </p:nvSpPr>
          <p:spPr>
            <a:xfrm>
              <a:off x="3739700" y="18412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4" name="Google Shape;2124;p36"/>
            <p:cNvSpPr/>
            <p:nvPr/>
          </p:nvSpPr>
          <p:spPr>
            <a:xfrm>
              <a:off x="3739700" y="1688975"/>
              <a:ext cx="30300" cy="30300"/>
            </a:xfrm>
            <a:custGeom>
              <a:avLst/>
              <a:gdLst/>
              <a:ahLst/>
              <a:cxnLst/>
              <a:rect l="l" t="t" r="r" b="b"/>
              <a:pathLst>
                <a:path w="1212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5" name="Google Shape;2125;p36"/>
            <p:cNvSpPr/>
            <p:nvPr/>
          </p:nvSpPr>
          <p:spPr>
            <a:xfrm>
              <a:off x="3739700" y="15376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2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6" name="Google Shape;2126;p36"/>
            <p:cNvSpPr/>
            <p:nvPr/>
          </p:nvSpPr>
          <p:spPr>
            <a:xfrm>
              <a:off x="389492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7" name="Google Shape;2127;p36"/>
            <p:cNvSpPr/>
            <p:nvPr/>
          </p:nvSpPr>
          <p:spPr>
            <a:xfrm>
              <a:off x="389492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8" name="Google Shape;2128;p36"/>
            <p:cNvSpPr/>
            <p:nvPr/>
          </p:nvSpPr>
          <p:spPr>
            <a:xfrm>
              <a:off x="389492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9" name="Google Shape;2129;p36"/>
            <p:cNvSpPr/>
            <p:nvPr/>
          </p:nvSpPr>
          <p:spPr>
            <a:xfrm>
              <a:off x="389492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0" name="Google Shape;2130;p36"/>
            <p:cNvSpPr/>
            <p:nvPr/>
          </p:nvSpPr>
          <p:spPr>
            <a:xfrm>
              <a:off x="4049150" y="1992575"/>
              <a:ext cx="31275" cy="31275"/>
            </a:xfrm>
            <a:custGeom>
              <a:avLst/>
              <a:gdLst/>
              <a:ahLst/>
              <a:cxnLst/>
              <a:rect l="l" t="t" r="r" b="b"/>
              <a:pathLst>
                <a:path w="1251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50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1" name="Google Shape;2131;p36"/>
            <p:cNvSpPr/>
            <p:nvPr/>
          </p:nvSpPr>
          <p:spPr>
            <a:xfrm>
              <a:off x="4049150" y="18412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2" name="Google Shape;2132;p36"/>
            <p:cNvSpPr/>
            <p:nvPr/>
          </p:nvSpPr>
          <p:spPr>
            <a:xfrm>
              <a:off x="4049150" y="1688975"/>
              <a:ext cx="31275" cy="30300"/>
            </a:xfrm>
            <a:custGeom>
              <a:avLst/>
              <a:gdLst/>
              <a:ahLst/>
              <a:cxnLst/>
              <a:rect l="l" t="t" r="r" b="b"/>
              <a:pathLst>
                <a:path w="1251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50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3" name="Google Shape;2133;p36"/>
            <p:cNvSpPr/>
            <p:nvPr/>
          </p:nvSpPr>
          <p:spPr>
            <a:xfrm>
              <a:off x="4049150" y="15376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3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4" name="Google Shape;2134;p36"/>
            <p:cNvSpPr/>
            <p:nvPr/>
          </p:nvSpPr>
          <p:spPr>
            <a:xfrm>
              <a:off x="42043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5" name="Google Shape;2135;p36"/>
            <p:cNvSpPr/>
            <p:nvPr/>
          </p:nvSpPr>
          <p:spPr>
            <a:xfrm>
              <a:off x="42043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6" name="Google Shape;2136;p36"/>
            <p:cNvSpPr/>
            <p:nvPr/>
          </p:nvSpPr>
          <p:spPr>
            <a:xfrm>
              <a:off x="42043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7" name="Google Shape;2137;p36"/>
            <p:cNvSpPr/>
            <p:nvPr/>
          </p:nvSpPr>
          <p:spPr>
            <a:xfrm>
              <a:off x="42043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59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3">
  <p:cSld name="BLANK_1_1_1">
    <p:spTree>
      <p:nvGrpSpPr>
        <p:cNvPr id="1" name="Shape 2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39" name="Google Shape;2139;p37"/>
          <p:cNvGrpSpPr/>
          <p:nvPr/>
        </p:nvGrpSpPr>
        <p:grpSpPr>
          <a:xfrm>
            <a:off x="7799282" y="2074226"/>
            <a:ext cx="1051274" cy="787312"/>
            <a:chOff x="3585475" y="1537675"/>
            <a:chExt cx="649175" cy="486175"/>
          </a:xfrm>
        </p:grpSpPr>
        <p:sp>
          <p:nvSpPr>
            <p:cNvPr id="2140" name="Google Shape;2140;p37"/>
            <p:cNvSpPr/>
            <p:nvPr/>
          </p:nvSpPr>
          <p:spPr>
            <a:xfrm>
              <a:off x="35854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1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03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1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1" name="Google Shape;2141;p37"/>
            <p:cNvSpPr/>
            <p:nvPr/>
          </p:nvSpPr>
          <p:spPr>
            <a:xfrm>
              <a:off x="3739700" y="15376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2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2" name="Google Shape;2142;p37"/>
            <p:cNvSpPr/>
            <p:nvPr/>
          </p:nvSpPr>
          <p:spPr>
            <a:xfrm>
              <a:off x="389492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3" name="Google Shape;2143;p37"/>
            <p:cNvSpPr/>
            <p:nvPr/>
          </p:nvSpPr>
          <p:spPr>
            <a:xfrm>
              <a:off x="4049150" y="15376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3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4" name="Google Shape;2144;p37"/>
            <p:cNvSpPr/>
            <p:nvPr/>
          </p:nvSpPr>
          <p:spPr>
            <a:xfrm>
              <a:off x="42043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59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5" name="Google Shape;2145;p37"/>
            <p:cNvSpPr/>
            <p:nvPr/>
          </p:nvSpPr>
          <p:spPr>
            <a:xfrm>
              <a:off x="35854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6" name="Google Shape;2146;p37"/>
            <p:cNvSpPr/>
            <p:nvPr/>
          </p:nvSpPr>
          <p:spPr>
            <a:xfrm>
              <a:off x="3739700" y="1688975"/>
              <a:ext cx="30300" cy="30300"/>
            </a:xfrm>
            <a:custGeom>
              <a:avLst/>
              <a:gdLst/>
              <a:ahLst/>
              <a:cxnLst/>
              <a:rect l="l" t="t" r="r" b="b"/>
              <a:pathLst>
                <a:path w="1212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7" name="Google Shape;2147;p37"/>
            <p:cNvSpPr/>
            <p:nvPr/>
          </p:nvSpPr>
          <p:spPr>
            <a:xfrm>
              <a:off x="389492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8" name="Google Shape;2148;p37"/>
            <p:cNvSpPr/>
            <p:nvPr/>
          </p:nvSpPr>
          <p:spPr>
            <a:xfrm>
              <a:off x="4049150" y="1688975"/>
              <a:ext cx="31275" cy="30300"/>
            </a:xfrm>
            <a:custGeom>
              <a:avLst/>
              <a:gdLst/>
              <a:ahLst/>
              <a:cxnLst/>
              <a:rect l="l" t="t" r="r" b="b"/>
              <a:pathLst>
                <a:path w="1251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50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9" name="Google Shape;2149;p37"/>
            <p:cNvSpPr/>
            <p:nvPr/>
          </p:nvSpPr>
          <p:spPr>
            <a:xfrm>
              <a:off x="42043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0" name="Google Shape;2150;p37"/>
            <p:cNvSpPr/>
            <p:nvPr/>
          </p:nvSpPr>
          <p:spPr>
            <a:xfrm>
              <a:off x="35854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1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1" name="Google Shape;2151;p37"/>
            <p:cNvSpPr/>
            <p:nvPr/>
          </p:nvSpPr>
          <p:spPr>
            <a:xfrm>
              <a:off x="3739700" y="18412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2" name="Google Shape;2152;p37"/>
            <p:cNvSpPr/>
            <p:nvPr/>
          </p:nvSpPr>
          <p:spPr>
            <a:xfrm>
              <a:off x="389492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3" name="Google Shape;2153;p37"/>
            <p:cNvSpPr/>
            <p:nvPr/>
          </p:nvSpPr>
          <p:spPr>
            <a:xfrm>
              <a:off x="4049150" y="18412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4" name="Google Shape;2154;p37"/>
            <p:cNvSpPr/>
            <p:nvPr/>
          </p:nvSpPr>
          <p:spPr>
            <a:xfrm>
              <a:off x="42043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5" name="Google Shape;2155;p37"/>
            <p:cNvSpPr/>
            <p:nvPr/>
          </p:nvSpPr>
          <p:spPr>
            <a:xfrm>
              <a:off x="35854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6" name="Google Shape;2156;p37"/>
            <p:cNvSpPr/>
            <p:nvPr/>
          </p:nvSpPr>
          <p:spPr>
            <a:xfrm>
              <a:off x="3739700" y="1992575"/>
              <a:ext cx="30300" cy="31275"/>
            </a:xfrm>
            <a:custGeom>
              <a:avLst/>
              <a:gdLst/>
              <a:ahLst/>
              <a:cxnLst/>
              <a:rect l="l" t="t" r="r" b="b"/>
              <a:pathLst>
                <a:path w="1212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7" name="Google Shape;2157;p37"/>
            <p:cNvSpPr/>
            <p:nvPr/>
          </p:nvSpPr>
          <p:spPr>
            <a:xfrm>
              <a:off x="389492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8" name="Google Shape;2158;p37"/>
            <p:cNvSpPr/>
            <p:nvPr/>
          </p:nvSpPr>
          <p:spPr>
            <a:xfrm>
              <a:off x="4049150" y="1992575"/>
              <a:ext cx="31275" cy="31275"/>
            </a:xfrm>
            <a:custGeom>
              <a:avLst/>
              <a:gdLst/>
              <a:ahLst/>
              <a:cxnLst/>
              <a:rect l="l" t="t" r="r" b="b"/>
              <a:pathLst>
                <a:path w="1251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50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9" name="Google Shape;2159;p37"/>
            <p:cNvSpPr/>
            <p:nvPr/>
          </p:nvSpPr>
          <p:spPr>
            <a:xfrm>
              <a:off x="42043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60" name="Google Shape;2160;p37"/>
          <p:cNvGrpSpPr/>
          <p:nvPr/>
        </p:nvGrpSpPr>
        <p:grpSpPr>
          <a:xfrm>
            <a:off x="293445" y="2074226"/>
            <a:ext cx="1051274" cy="787312"/>
            <a:chOff x="3585475" y="1537675"/>
            <a:chExt cx="649175" cy="486175"/>
          </a:xfrm>
        </p:grpSpPr>
        <p:sp>
          <p:nvSpPr>
            <p:cNvPr id="2161" name="Google Shape;2161;p37"/>
            <p:cNvSpPr/>
            <p:nvPr/>
          </p:nvSpPr>
          <p:spPr>
            <a:xfrm>
              <a:off x="35854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1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03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1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2" name="Google Shape;2162;p37"/>
            <p:cNvSpPr/>
            <p:nvPr/>
          </p:nvSpPr>
          <p:spPr>
            <a:xfrm>
              <a:off x="3739700" y="15376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2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3" name="Google Shape;2163;p37"/>
            <p:cNvSpPr/>
            <p:nvPr/>
          </p:nvSpPr>
          <p:spPr>
            <a:xfrm>
              <a:off x="389492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4" name="Google Shape;2164;p37"/>
            <p:cNvSpPr/>
            <p:nvPr/>
          </p:nvSpPr>
          <p:spPr>
            <a:xfrm>
              <a:off x="4049150" y="15376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3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5" name="Google Shape;2165;p37"/>
            <p:cNvSpPr/>
            <p:nvPr/>
          </p:nvSpPr>
          <p:spPr>
            <a:xfrm>
              <a:off x="42043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59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6" name="Google Shape;2166;p37"/>
            <p:cNvSpPr/>
            <p:nvPr/>
          </p:nvSpPr>
          <p:spPr>
            <a:xfrm>
              <a:off x="35854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7" name="Google Shape;2167;p37"/>
            <p:cNvSpPr/>
            <p:nvPr/>
          </p:nvSpPr>
          <p:spPr>
            <a:xfrm>
              <a:off x="3739700" y="1688975"/>
              <a:ext cx="30300" cy="30300"/>
            </a:xfrm>
            <a:custGeom>
              <a:avLst/>
              <a:gdLst/>
              <a:ahLst/>
              <a:cxnLst/>
              <a:rect l="l" t="t" r="r" b="b"/>
              <a:pathLst>
                <a:path w="1212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8" name="Google Shape;2168;p37"/>
            <p:cNvSpPr/>
            <p:nvPr/>
          </p:nvSpPr>
          <p:spPr>
            <a:xfrm>
              <a:off x="389492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9" name="Google Shape;2169;p37"/>
            <p:cNvSpPr/>
            <p:nvPr/>
          </p:nvSpPr>
          <p:spPr>
            <a:xfrm>
              <a:off x="4049150" y="1688975"/>
              <a:ext cx="31275" cy="30300"/>
            </a:xfrm>
            <a:custGeom>
              <a:avLst/>
              <a:gdLst/>
              <a:ahLst/>
              <a:cxnLst/>
              <a:rect l="l" t="t" r="r" b="b"/>
              <a:pathLst>
                <a:path w="1251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50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0" name="Google Shape;2170;p37"/>
            <p:cNvSpPr/>
            <p:nvPr/>
          </p:nvSpPr>
          <p:spPr>
            <a:xfrm>
              <a:off x="42043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1" name="Google Shape;2171;p37"/>
            <p:cNvSpPr/>
            <p:nvPr/>
          </p:nvSpPr>
          <p:spPr>
            <a:xfrm>
              <a:off x="35854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1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2" name="Google Shape;2172;p37"/>
            <p:cNvSpPr/>
            <p:nvPr/>
          </p:nvSpPr>
          <p:spPr>
            <a:xfrm>
              <a:off x="3739700" y="18412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3" name="Google Shape;2173;p37"/>
            <p:cNvSpPr/>
            <p:nvPr/>
          </p:nvSpPr>
          <p:spPr>
            <a:xfrm>
              <a:off x="389492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4" name="Google Shape;2174;p37"/>
            <p:cNvSpPr/>
            <p:nvPr/>
          </p:nvSpPr>
          <p:spPr>
            <a:xfrm>
              <a:off x="4049150" y="18412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5" name="Google Shape;2175;p37"/>
            <p:cNvSpPr/>
            <p:nvPr/>
          </p:nvSpPr>
          <p:spPr>
            <a:xfrm>
              <a:off x="42043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6" name="Google Shape;2176;p37"/>
            <p:cNvSpPr/>
            <p:nvPr/>
          </p:nvSpPr>
          <p:spPr>
            <a:xfrm>
              <a:off x="35854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7" name="Google Shape;2177;p37"/>
            <p:cNvSpPr/>
            <p:nvPr/>
          </p:nvSpPr>
          <p:spPr>
            <a:xfrm>
              <a:off x="3739700" y="1992575"/>
              <a:ext cx="30300" cy="31275"/>
            </a:xfrm>
            <a:custGeom>
              <a:avLst/>
              <a:gdLst/>
              <a:ahLst/>
              <a:cxnLst/>
              <a:rect l="l" t="t" r="r" b="b"/>
              <a:pathLst>
                <a:path w="1212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8" name="Google Shape;2178;p37"/>
            <p:cNvSpPr/>
            <p:nvPr/>
          </p:nvSpPr>
          <p:spPr>
            <a:xfrm>
              <a:off x="389492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9" name="Google Shape;2179;p37"/>
            <p:cNvSpPr/>
            <p:nvPr/>
          </p:nvSpPr>
          <p:spPr>
            <a:xfrm>
              <a:off x="4049150" y="1992575"/>
              <a:ext cx="31275" cy="31275"/>
            </a:xfrm>
            <a:custGeom>
              <a:avLst/>
              <a:gdLst/>
              <a:ahLst/>
              <a:cxnLst/>
              <a:rect l="l" t="t" r="r" b="b"/>
              <a:pathLst>
                <a:path w="1251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50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0" name="Google Shape;2180;p37"/>
            <p:cNvSpPr/>
            <p:nvPr/>
          </p:nvSpPr>
          <p:spPr>
            <a:xfrm>
              <a:off x="42043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81" name="Google Shape;2181;p37"/>
          <p:cNvSpPr/>
          <p:nvPr/>
        </p:nvSpPr>
        <p:spPr>
          <a:xfrm>
            <a:off x="3227875" y="4385403"/>
            <a:ext cx="2688246" cy="2688296"/>
          </a:xfrm>
          <a:custGeom>
            <a:avLst/>
            <a:gdLst/>
            <a:ahLst/>
            <a:cxnLst/>
            <a:rect l="l" t="t" r="r" b="b"/>
            <a:pathLst>
              <a:path w="53730" h="53731" fill="none" extrusionOk="0">
                <a:moveTo>
                  <a:pt x="53730" y="26865"/>
                </a:moveTo>
                <a:lnTo>
                  <a:pt x="53730" y="26865"/>
                </a:lnTo>
                <a:lnTo>
                  <a:pt x="53691" y="28232"/>
                </a:lnTo>
                <a:lnTo>
                  <a:pt x="53613" y="29599"/>
                </a:lnTo>
                <a:lnTo>
                  <a:pt x="53418" y="30965"/>
                </a:lnTo>
                <a:lnTo>
                  <a:pt x="53183" y="32293"/>
                </a:lnTo>
                <a:lnTo>
                  <a:pt x="52910" y="33582"/>
                </a:lnTo>
                <a:lnTo>
                  <a:pt x="52520" y="34870"/>
                </a:lnTo>
                <a:lnTo>
                  <a:pt x="52129" y="36120"/>
                </a:lnTo>
                <a:lnTo>
                  <a:pt x="51621" y="37330"/>
                </a:lnTo>
                <a:lnTo>
                  <a:pt x="51075" y="38502"/>
                </a:lnTo>
                <a:lnTo>
                  <a:pt x="50489" y="39673"/>
                </a:lnTo>
                <a:lnTo>
                  <a:pt x="49864" y="40805"/>
                </a:lnTo>
                <a:lnTo>
                  <a:pt x="49161" y="41899"/>
                </a:lnTo>
                <a:lnTo>
                  <a:pt x="48420" y="42953"/>
                </a:lnTo>
                <a:lnTo>
                  <a:pt x="47600" y="43968"/>
                </a:lnTo>
                <a:lnTo>
                  <a:pt x="46780" y="44944"/>
                </a:lnTo>
                <a:lnTo>
                  <a:pt x="45881" y="45882"/>
                </a:lnTo>
                <a:lnTo>
                  <a:pt x="44944" y="46741"/>
                </a:lnTo>
                <a:lnTo>
                  <a:pt x="43968" y="47600"/>
                </a:lnTo>
                <a:lnTo>
                  <a:pt x="42953" y="48381"/>
                </a:lnTo>
                <a:lnTo>
                  <a:pt x="41899" y="49161"/>
                </a:lnTo>
                <a:lnTo>
                  <a:pt x="40805" y="49825"/>
                </a:lnTo>
                <a:lnTo>
                  <a:pt x="39673" y="50489"/>
                </a:lnTo>
                <a:lnTo>
                  <a:pt x="38501" y="51075"/>
                </a:lnTo>
                <a:lnTo>
                  <a:pt x="37330" y="51621"/>
                </a:lnTo>
                <a:lnTo>
                  <a:pt x="36120" y="52090"/>
                </a:lnTo>
                <a:lnTo>
                  <a:pt x="34870" y="52520"/>
                </a:lnTo>
                <a:lnTo>
                  <a:pt x="33581" y="52871"/>
                </a:lnTo>
                <a:lnTo>
                  <a:pt x="32293" y="53183"/>
                </a:lnTo>
                <a:lnTo>
                  <a:pt x="30965" y="53418"/>
                </a:lnTo>
                <a:lnTo>
                  <a:pt x="29638" y="53613"/>
                </a:lnTo>
                <a:lnTo>
                  <a:pt x="28271" y="53691"/>
                </a:lnTo>
                <a:lnTo>
                  <a:pt x="26865" y="53730"/>
                </a:lnTo>
                <a:lnTo>
                  <a:pt x="26865" y="53730"/>
                </a:lnTo>
                <a:lnTo>
                  <a:pt x="25499" y="53691"/>
                </a:lnTo>
                <a:lnTo>
                  <a:pt x="24132" y="53613"/>
                </a:lnTo>
                <a:lnTo>
                  <a:pt x="22765" y="53418"/>
                </a:lnTo>
                <a:lnTo>
                  <a:pt x="21477" y="53183"/>
                </a:lnTo>
                <a:lnTo>
                  <a:pt x="20149" y="52871"/>
                </a:lnTo>
                <a:lnTo>
                  <a:pt x="18900" y="52520"/>
                </a:lnTo>
                <a:lnTo>
                  <a:pt x="17650" y="52090"/>
                </a:lnTo>
                <a:lnTo>
                  <a:pt x="16401" y="51621"/>
                </a:lnTo>
                <a:lnTo>
                  <a:pt x="15229" y="51075"/>
                </a:lnTo>
                <a:lnTo>
                  <a:pt x="14058" y="50489"/>
                </a:lnTo>
                <a:lnTo>
                  <a:pt x="12925" y="49825"/>
                </a:lnTo>
                <a:lnTo>
                  <a:pt x="11832" y="49161"/>
                </a:lnTo>
                <a:lnTo>
                  <a:pt x="10778" y="48381"/>
                </a:lnTo>
                <a:lnTo>
                  <a:pt x="9762" y="47600"/>
                </a:lnTo>
                <a:lnTo>
                  <a:pt x="8825" y="46741"/>
                </a:lnTo>
                <a:lnTo>
                  <a:pt x="7888" y="45882"/>
                </a:lnTo>
                <a:lnTo>
                  <a:pt x="6990" y="44944"/>
                </a:lnTo>
                <a:lnTo>
                  <a:pt x="6131" y="43968"/>
                </a:lnTo>
                <a:lnTo>
                  <a:pt x="5350" y="42953"/>
                </a:lnTo>
                <a:lnTo>
                  <a:pt x="4608" y="41899"/>
                </a:lnTo>
                <a:lnTo>
                  <a:pt x="3905" y="40805"/>
                </a:lnTo>
                <a:lnTo>
                  <a:pt x="3242" y="39673"/>
                </a:lnTo>
                <a:lnTo>
                  <a:pt x="2656" y="38502"/>
                </a:lnTo>
                <a:lnTo>
                  <a:pt x="2109" y="37330"/>
                </a:lnTo>
                <a:lnTo>
                  <a:pt x="1641" y="36120"/>
                </a:lnTo>
                <a:lnTo>
                  <a:pt x="1211" y="34870"/>
                </a:lnTo>
                <a:lnTo>
                  <a:pt x="860" y="33582"/>
                </a:lnTo>
                <a:lnTo>
                  <a:pt x="547" y="32293"/>
                </a:lnTo>
                <a:lnTo>
                  <a:pt x="313" y="30965"/>
                </a:lnTo>
                <a:lnTo>
                  <a:pt x="157" y="29599"/>
                </a:lnTo>
                <a:lnTo>
                  <a:pt x="40" y="28232"/>
                </a:lnTo>
                <a:lnTo>
                  <a:pt x="1" y="26865"/>
                </a:lnTo>
                <a:lnTo>
                  <a:pt x="1" y="26865"/>
                </a:lnTo>
                <a:lnTo>
                  <a:pt x="40" y="25499"/>
                </a:lnTo>
                <a:lnTo>
                  <a:pt x="157" y="24132"/>
                </a:lnTo>
                <a:lnTo>
                  <a:pt x="313" y="22765"/>
                </a:lnTo>
                <a:lnTo>
                  <a:pt x="547" y="21438"/>
                </a:lnTo>
                <a:lnTo>
                  <a:pt x="860" y="20149"/>
                </a:lnTo>
                <a:lnTo>
                  <a:pt x="1211" y="18861"/>
                </a:lnTo>
                <a:lnTo>
                  <a:pt x="1641" y="17611"/>
                </a:lnTo>
                <a:lnTo>
                  <a:pt x="2109" y="16401"/>
                </a:lnTo>
                <a:lnTo>
                  <a:pt x="2656" y="15229"/>
                </a:lnTo>
                <a:lnTo>
                  <a:pt x="3242" y="14058"/>
                </a:lnTo>
                <a:lnTo>
                  <a:pt x="3905" y="12926"/>
                </a:lnTo>
                <a:lnTo>
                  <a:pt x="4608" y="11832"/>
                </a:lnTo>
                <a:lnTo>
                  <a:pt x="5350" y="10778"/>
                </a:lnTo>
                <a:lnTo>
                  <a:pt x="6131" y="9763"/>
                </a:lnTo>
                <a:lnTo>
                  <a:pt x="6990" y="8786"/>
                </a:lnTo>
                <a:lnTo>
                  <a:pt x="7888" y="7849"/>
                </a:lnTo>
                <a:lnTo>
                  <a:pt x="8825" y="6990"/>
                </a:lnTo>
                <a:lnTo>
                  <a:pt x="9762" y="6131"/>
                </a:lnTo>
                <a:lnTo>
                  <a:pt x="10778" y="5350"/>
                </a:lnTo>
                <a:lnTo>
                  <a:pt x="11832" y="4569"/>
                </a:lnTo>
                <a:lnTo>
                  <a:pt x="12925" y="3906"/>
                </a:lnTo>
                <a:lnTo>
                  <a:pt x="14058" y="3242"/>
                </a:lnTo>
                <a:lnTo>
                  <a:pt x="15229" y="2656"/>
                </a:lnTo>
                <a:lnTo>
                  <a:pt x="16401" y="2109"/>
                </a:lnTo>
                <a:lnTo>
                  <a:pt x="17650" y="1641"/>
                </a:lnTo>
                <a:lnTo>
                  <a:pt x="18900" y="1211"/>
                </a:lnTo>
                <a:lnTo>
                  <a:pt x="20149" y="860"/>
                </a:lnTo>
                <a:lnTo>
                  <a:pt x="21477" y="547"/>
                </a:lnTo>
                <a:lnTo>
                  <a:pt x="22765" y="313"/>
                </a:lnTo>
                <a:lnTo>
                  <a:pt x="24132" y="118"/>
                </a:lnTo>
                <a:lnTo>
                  <a:pt x="25499" y="40"/>
                </a:lnTo>
                <a:lnTo>
                  <a:pt x="26865" y="1"/>
                </a:lnTo>
                <a:lnTo>
                  <a:pt x="26865" y="1"/>
                </a:lnTo>
                <a:lnTo>
                  <a:pt x="28271" y="40"/>
                </a:lnTo>
                <a:lnTo>
                  <a:pt x="29638" y="118"/>
                </a:lnTo>
                <a:lnTo>
                  <a:pt x="30965" y="313"/>
                </a:lnTo>
                <a:lnTo>
                  <a:pt x="32293" y="547"/>
                </a:lnTo>
                <a:lnTo>
                  <a:pt x="33581" y="860"/>
                </a:lnTo>
                <a:lnTo>
                  <a:pt x="34870" y="1211"/>
                </a:lnTo>
                <a:lnTo>
                  <a:pt x="36120" y="1641"/>
                </a:lnTo>
                <a:lnTo>
                  <a:pt x="37330" y="2109"/>
                </a:lnTo>
                <a:lnTo>
                  <a:pt x="38501" y="2656"/>
                </a:lnTo>
                <a:lnTo>
                  <a:pt x="39673" y="3242"/>
                </a:lnTo>
                <a:lnTo>
                  <a:pt x="40805" y="3906"/>
                </a:lnTo>
                <a:lnTo>
                  <a:pt x="41899" y="4569"/>
                </a:lnTo>
                <a:lnTo>
                  <a:pt x="42953" y="5350"/>
                </a:lnTo>
                <a:lnTo>
                  <a:pt x="43968" y="6131"/>
                </a:lnTo>
                <a:lnTo>
                  <a:pt x="44944" y="6990"/>
                </a:lnTo>
                <a:lnTo>
                  <a:pt x="45881" y="7849"/>
                </a:lnTo>
                <a:lnTo>
                  <a:pt x="46780" y="8786"/>
                </a:lnTo>
                <a:lnTo>
                  <a:pt x="47600" y="9763"/>
                </a:lnTo>
                <a:lnTo>
                  <a:pt x="48420" y="10778"/>
                </a:lnTo>
                <a:lnTo>
                  <a:pt x="49161" y="11832"/>
                </a:lnTo>
                <a:lnTo>
                  <a:pt x="49864" y="12926"/>
                </a:lnTo>
                <a:lnTo>
                  <a:pt x="50489" y="14058"/>
                </a:lnTo>
                <a:lnTo>
                  <a:pt x="51075" y="15229"/>
                </a:lnTo>
                <a:lnTo>
                  <a:pt x="51621" y="16401"/>
                </a:lnTo>
                <a:lnTo>
                  <a:pt x="52129" y="17611"/>
                </a:lnTo>
                <a:lnTo>
                  <a:pt x="52520" y="18861"/>
                </a:lnTo>
                <a:lnTo>
                  <a:pt x="52910" y="20149"/>
                </a:lnTo>
                <a:lnTo>
                  <a:pt x="53183" y="21438"/>
                </a:lnTo>
                <a:lnTo>
                  <a:pt x="53418" y="22765"/>
                </a:lnTo>
                <a:lnTo>
                  <a:pt x="53613" y="24132"/>
                </a:lnTo>
                <a:lnTo>
                  <a:pt x="53691" y="25499"/>
                </a:lnTo>
                <a:lnTo>
                  <a:pt x="53730" y="26865"/>
                </a:lnTo>
                <a:lnTo>
                  <a:pt x="53730" y="26865"/>
                </a:lnTo>
                <a:close/>
              </a:path>
            </a:pathLst>
          </a:custGeom>
          <a:noFill/>
          <a:ln w="23425" cap="rnd" cmpd="sng">
            <a:solidFill>
              <a:srgbClr val="FF314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182" name="Google Shape;2182;p37"/>
          <p:cNvGrpSpPr/>
          <p:nvPr/>
        </p:nvGrpSpPr>
        <p:grpSpPr>
          <a:xfrm>
            <a:off x="2399960" y="871118"/>
            <a:ext cx="4287930" cy="3642388"/>
            <a:chOff x="4611450" y="3151300"/>
            <a:chExt cx="667725" cy="567200"/>
          </a:xfrm>
        </p:grpSpPr>
        <p:sp>
          <p:nvSpPr>
            <p:cNvPr id="2183" name="Google Shape;2183;p37"/>
            <p:cNvSpPr/>
            <p:nvPr/>
          </p:nvSpPr>
          <p:spPr>
            <a:xfrm>
              <a:off x="4703200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1" y="1"/>
                  </a:moveTo>
                  <a:lnTo>
                    <a:pt x="1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4" name="Google Shape;2184;p37"/>
            <p:cNvSpPr/>
            <p:nvPr/>
          </p:nvSpPr>
          <p:spPr>
            <a:xfrm>
              <a:off x="478422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5" name="Google Shape;2185;p37"/>
            <p:cNvSpPr/>
            <p:nvPr/>
          </p:nvSpPr>
          <p:spPr>
            <a:xfrm>
              <a:off x="486427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6" name="Google Shape;2186;p37"/>
            <p:cNvSpPr/>
            <p:nvPr/>
          </p:nvSpPr>
          <p:spPr>
            <a:xfrm>
              <a:off x="4945300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7" name="Google Shape;2187;p37"/>
            <p:cNvSpPr/>
            <p:nvPr/>
          </p:nvSpPr>
          <p:spPr>
            <a:xfrm>
              <a:off x="502632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8" name="Google Shape;2188;p37"/>
            <p:cNvSpPr/>
            <p:nvPr/>
          </p:nvSpPr>
          <p:spPr>
            <a:xfrm>
              <a:off x="5107350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9" name="Google Shape;2189;p37"/>
            <p:cNvSpPr/>
            <p:nvPr/>
          </p:nvSpPr>
          <p:spPr>
            <a:xfrm>
              <a:off x="518837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0" name="Google Shape;2190;p37"/>
            <p:cNvSpPr/>
            <p:nvPr/>
          </p:nvSpPr>
          <p:spPr>
            <a:xfrm>
              <a:off x="4611450" y="3633550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1" name="Google Shape;2191;p37"/>
            <p:cNvSpPr/>
            <p:nvPr/>
          </p:nvSpPr>
          <p:spPr>
            <a:xfrm>
              <a:off x="4611450" y="3552525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2" name="Google Shape;2192;p37"/>
            <p:cNvSpPr/>
            <p:nvPr/>
          </p:nvSpPr>
          <p:spPr>
            <a:xfrm>
              <a:off x="4611450" y="3471500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3" name="Google Shape;2193;p37"/>
            <p:cNvSpPr/>
            <p:nvPr/>
          </p:nvSpPr>
          <p:spPr>
            <a:xfrm>
              <a:off x="4611450" y="3390475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4" name="Google Shape;2194;p37"/>
            <p:cNvSpPr/>
            <p:nvPr/>
          </p:nvSpPr>
          <p:spPr>
            <a:xfrm>
              <a:off x="4611450" y="3310425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1"/>
                  </a:moveTo>
                  <a:lnTo>
                    <a:pt x="26709" y="1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5" name="Google Shape;2195;p37"/>
            <p:cNvSpPr/>
            <p:nvPr/>
          </p:nvSpPr>
          <p:spPr>
            <a:xfrm>
              <a:off x="4611450" y="3229400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1"/>
                  </a:moveTo>
                  <a:lnTo>
                    <a:pt x="26709" y="1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96" name="Google Shape;2196;p37"/>
          <p:cNvSpPr/>
          <p:nvPr/>
        </p:nvSpPr>
        <p:spPr>
          <a:xfrm>
            <a:off x="3161643" y="-1861624"/>
            <a:ext cx="2820666" cy="2823640"/>
          </a:xfrm>
          <a:custGeom>
            <a:avLst/>
            <a:gdLst/>
            <a:ahLst/>
            <a:cxnLst/>
            <a:rect l="l" t="t" r="r" b="b"/>
            <a:pathLst>
              <a:path w="36979" h="37018" extrusionOk="0">
                <a:moveTo>
                  <a:pt x="18509" y="1"/>
                </a:moveTo>
                <a:lnTo>
                  <a:pt x="17533" y="40"/>
                </a:lnTo>
                <a:lnTo>
                  <a:pt x="16595" y="118"/>
                </a:lnTo>
                <a:lnTo>
                  <a:pt x="15697" y="235"/>
                </a:lnTo>
                <a:lnTo>
                  <a:pt x="14760" y="391"/>
                </a:lnTo>
                <a:lnTo>
                  <a:pt x="13862" y="586"/>
                </a:lnTo>
                <a:lnTo>
                  <a:pt x="13003" y="860"/>
                </a:lnTo>
                <a:lnTo>
                  <a:pt x="12144" y="1133"/>
                </a:lnTo>
                <a:lnTo>
                  <a:pt x="11285" y="1484"/>
                </a:lnTo>
                <a:lnTo>
                  <a:pt x="10465" y="1836"/>
                </a:lnTo>
                <a:lnTo>
                  <a:pt x="9684" y="2265"/>
                </a:lnTo>
                <a:lnTo>
                  <a:pt x="8903" y="2695"/>
                </a:lnTo>
                <a:lnTo>
                  <a:pt x="8161" y="3163"/>
                </a:lnTo>
                <a:lnTo>
                  <a:pt x="7419" y="3671"/>
                </a:lnTo>
                <a:lnTo>
                  <a:pt x="6755" y="4257"/>
                </a:lnTo>
                <a:lnTo>
                  <a:pt x="6053" y="4803"/>
                </a:lnTo>
                <a:lnTo>
                  <a:pt x="5428" y="5428"/>
                </a:lnTo>
                <a:lnTo>
                  <a:pt x="4803" y="6092"/>
                </a:lnTo>
                <a:lnTo>
                  <a:pt x="4217" y="6756"/>
                </a:lnTo>
                <a:lnTo>
                  <a:pt x="3671" y="7459"/>
                </a:lnTo>
                <a:lnTo>
                  <a:pt x="3163" y="8162"/>
                </a:lnTo>
                <a:lnTo>
                  <a:pt x="2695" y="8903"/>
                </a:lnTo>
                <a:lnTo>
                  <a:pt x="2226" y="9684"/>
                </a:lnTo>
                <a:lnTo>
                  <a:pt x="1836" y="10504"/>
                </a:lnTo>
                <a:lnTo>
                  <a:pt x="1445" y="11324"/>
                </a:lnTo>
                <a:lnTo>
                  <a:pt x="1133" y="12144"/>
                </a:lnTo>
                <a:lnTo>
                  <a:pt x="820" y="13003"/>
                </a:lnTo>
                <a:lnTo>
                  <a:pt x="586" y="13901"/>
                </a:lnTo>
                <a:lnTo>
                  <a:pt x="391" y="14800"/>
                </a:lnTo>
                <a:lnTo>
                  <a:pt x="235" y="15698"/>
                </a:lnTo>
                <a:lnTo>
                  <a:pt x="117" y="16635"/>
                </a:lnTo>
                <a:lnTo>
                  <a:pt x="39" y="17572"/>
                </a:lnTo>
                <a:lnTo>
                  <a:pt x="0" y="18509"/>
                </a:lnTo>
                <a:lnTo>
                  <a:pt x="39" y="19446"/>
                </a:lnTo>
                <a:lnTo>
                  <a:pt x="117" y="20383"/>
                </a:lnTo>
                <a:lnTo>
                  <a:pt x="235" y="21320"/>
                </a:lnTo>
                <a:lnTo>
                  <a:pt x="391" y="22219"/>
                </a:lnTo>
                <a:lnTo>
                  <a:pt x="586" y="23117"/>
                </a:lnTo>
                <a:lnTo>
                  <a:pt x="820" y="24015"/>
                </a:lnTo>
                <a:lnTo>
                  <a:pt x="1133" y="24874"/>
                </a:lnTo>
                <a:lnTo>
                  <a:pt x="1445" y="25694"/>
                </a:lnTo>
                <a:lnTo>
                  <a:pt x="1836" y="26514"/>
                </a:lnTo>
                <a:lnTo>
                  <a:pt x="2226" y="27334"/>
                </a:lnTo>
                <a:lnTo>
                  <a:pt x="2695" y="28115"/>
                </a:lnTo>
                <a:lnTo>
                  <a:pt x="3163" y="28857"/>
                </a:lnTo>
                <a:lnTo>
                  <a:pt x="3671" y="29559"/>
                </a:lnTo>
                <a:lnTo>
                  <a:pt x="4217" y="30262"/>
                </a:lnTo>
                <a:lnTo>
                  <a:pt x="4803" y="30926"/>
                </a:lnTo>
                <a:lnTo>
                  <a:pt x="5428" y="31590"/>
                </a:lnTo>
                <a:lnTo>
                  <a:pt x="6053" y="32215"/>
                </a:lnTo>
                <a:lnTo>
                  <a:pt x="6755" y="32761"/>
                </a:lnTo>
                <a:lnTo>
                  <a:pt x="7419" y="33347"/>
                </a:lnTo>
                <a:lnTo>
                  <a:pt x="8161" y="33855"/>
                </a:lnTo>
                <a:lnTo>
                  <a:pt x="8903" y="34323"/>
                </a:lnTo>
                <a:lnTo>
                  <a:pt x="9684" y="34753"/>
                </a:lnTo>
                <a:lnTo>
                  <a:pt x="10465" y="35182"/>
                </a:lnTo>
                <a:lnTo>
                  <a:pt x="11285" y="35534"/>
                </a:lnTo>
                <a:lnTo>
                  <a:pt x="12144" y="35885"/>
                </a:lnTo>
                <a:lnTo>
                  <a:pt x="13003" y="36158"/>
                </a:lnTo>
                <a:lnTo>
                  <a:pt x="13862" y="36432"/>
                </a:lnTo>
                <a:lnTo>
                  <a:pt x="14760" y="36627"/>
                </a:lnTo>
                <a:lnTo>
                  <a:pt x="15697" y="36783"/>
                </a:lnTo>
                <a:lnTo>
                  <a:pt x="16595" y="36900"/>
                </a:lnTo>
                <a:lnTo>
                  <a:pt x="17533" y="36978"/>
                </a:lnTo>
                <a:lnTo>
                  <a:pt x="18509" y="37018"/>
                </a:lnTo>
                <a:lnTo>
                  <a:pt x="19446" y="36978"/>
                </a:lnTo>
                <a:lnTo>
                  <a:pt x="20383" y="36900"/>
                </a:lnTo>
                <a:lnTo>
                  <a:pt x="21320" y="36783"/>
                </a:lnTo>
                <a:lnTo>
                  <a:pt x="22218" y="36627"/>
                </a:lnTo>
                <a:lnTo>
                  <a:pt x="23116" y="36432"/>
                </a:lnTo>
                <a:lnTo>
                  <a:pt x="24015" y="36158"/>
                </a:lnTo>
                <a:lnTo>
                  <a:pt x="24874" y="35885"/>
                </a:lnTo>
                <a:lnTo>
                  <a:pt x="25694" y="35534"/>
                </a:lnTo>
                <a:lnTo>
                  <a:pt x="26514" y="35182"/>
                </a:lnTo>
                <a:lnTo>
                  <a:pt x="27334" y="34753"/>
                </a:lnTo>
                <a:lnTo>
                  <a:pt x="28075" y="34323"/>
                </a:lnTo>
                <a:lnTo>
                  <a:pt x="28856" y="33855"/>
                </a:lnTo>
                <a:lnTo>
                  <a:pt x="29559" y="33347"/>
                </a:lnTo>
                <a:lnTo>
                  <a:pt x="30262" y="32761"/>
                </a:lnTo>
                <a:lnTo>
                  <a:pt x="30926" y="32215"/>
                </a:lnTo>
                <a:lnTo>
                  <a:pt x="31590" y="31590"/>
                </a:lnTo>
                <a:lnTo>
                  <a:pt x="32175" y="30926"/>
                </a:lnTo>
                <a:lnTo>
                  <a:pt x="32761" y="30262"/>
                </a:lnTo>
                <a:lnTo>
                  <a:pt x="33308" y="29559"/>
                </a:lnTo>
                <a:lnTo>
                  <a:pt x="33855" y="28857"/>
                </a:lnTo>
                <a:lnTo>
                  <a:pt x="34323" y="28115"/>
                </a:lnTo>
                <a:lnTo>
                  <a:pt x="34753" y="27334"/>
                </a:lnTo>
                <a:lnTo>
                  <a:pt x="35182" y="26514"/>
                </a:lnTo>
                <a:lnTo>
                  <a:pt x="35534" y="25694"/>
                </a:lnTo>
                <a:lnTo>
                  <a:pt x="35885" y="24874"/>
                </a:lnTo>
                <a:lnTo>
                  <a:pt x="36158" y="24015"/>
                </a:lnTo>
                <a:lnTo>
                  <a:pt x="36432" y="23117"/>
                </a:lnTo>
                <a:lnTo>
                  <a:pt x="36627" y="22219"/>
                </a:lnTo>
                <a:lnTo>
                  <a:pt x="36783" y="21320"/>
                </a:lnTo>
                <a:lnTo>
                  <a:pt x="36900" y="20383"/>
                </a:lnTo>
                <a:lnTo>
                  <a:pt x="36978" y="19446"/>
                </a:lnTo>
                <a:lnTo>
                  <a:pt x="36978" y="18509"/>
                </a:lnTo>
                <a:lnTo>
                  <a:pt x="36978" y="17572"/>
                </a:lnTo>
                <a:lnTo>
                  <a:pt x="36900" y="16635"/>
                </a:lnTo>
                <a:lnTo>
                  <a:pt x="36783" y="15698"/>
                </a:lnTo>
                <a:lnTo>
                  <a:pt x="36627" y="14800"/>
                </a:lnTo>
                <a:lnTo>
                  <a:pt x="36432" y="13901"/>
                </a:lnTo>
                <a:lnTo>
                  <a:pt x="36158" y="13003"/>
                </a:lnTo>
                <a:lnTo>
                  <a:pt x="35885" y="12144"/>
                </a:lnTo>
                <a:lnTo>
                  <a:pt x="35534" y="11324"/>
                </a:lnTo>
                <a:lnTo>
                  <a:pt x="35182" y="10504"/>
                </a:lnTo>
                <a:lnTo>
                  <a:pt x="34753" y="9684"/>
                </a:lnTo>
                <a:lnTo>
                  <a:pt x="34323" y="8903"/>
                </a:lnTo>
                <a:lnTo>
                  <a:pt x="33855" y="8162"/>
                </a:lnTo>
                <a:lnTo>
                  <a:pt x="33308" y="7459"/>
                </a:lnTo>
                <a:lnTo>
                  <a:pt x="32761" y="6756"/>
                </a:lnTo>
                <a:lnTo>
                  <a:pt x="32175" y="6092"/>
                </a:lnTo>
                <a:lnTo>
                  <a:pt x="31590" y="5428"/>
                </a:lnTo>
                <a:lnTo>
                  <a:pt x="30926" y="4803"/>
                </a:lnTo>
                <a:lnTo>
                  <a:pt x="30262" y="4257"/>
                </a:lnTo>
                <a:lnTo>
                  <a:pt x="29559" y="3671"/>
                </a:lnTo>
                <a:lnTo>
                  <a:pt x="28856" y="3163"/>
                </a:lnTo>
                <a:lnTo>
                  <a:pt x="28075" y="2695"/>
                </a:lnTo>
                <a:lnTo>
                  <a:pt x="27334" y="2265"/>
                </a:lnTo>
                <a:lnTo>
                  <a:pt x="26514" y="1836"/>
                </a:lnTo>
                <a:lnTo>
                  <a:pt x="25694" y="1484"/>
                </a:lnTo>
                <a:lnTo>
                  <a:pt x="24874" y="1133"/>
                </a:lnTo>
                <a:lnTo>
                  <a:pt x="24015" y="860"/>
                </a:lnTo>
                <a:lnTo>
                  <a:pt x="23116" y="586"/>
                </a:lnTo>
                <a:lnTo>
                  <a:pt x="22218" y="391"/>
                </a:lnTo>
                <a:lnTo>
                  <a:pt x="21320" y="235"/>
                </a:lnTo>
                <a:lnTo>
                  <a:pt x="20383" y="118"/>
                </a:lnTo>
                <a:lnTo>
                  <a:pt x="19446" y="40"/>
                </a:lnTo>
                <a:lnTo>
                  <a:pt x="18509" y="1"/>
                </a:lnTo>
                <a:close/>
              </a:path>
            </a:pathLst>
          </a:custGeom>
          <a:solidFill>
            <a:srgbClr val="FFB4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600"/>
            </a:lvl1pPr>
          </a:lstStyle>
          <a:p>
            <a:r>
              <a:rPr lang="en-US" dirty="0" smtClean="0"/>
              <a:t>Click to edit Master title style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ln>
            <a:noFill/>
          </a:ln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4953000" y="4629150"/>
            <a:ext cx="4343400" cy="2286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 smtClean="0"/>
              <a:t>www.pantechsolutions.net</a:t>
            </a:r>
          </a:p>
          <a:p>
            <a:pPr>
              <a:defRPr/>
            </a:pPr>
            <a:r>
              <a:rPr lang="en-US" dirty="0" smtClean="0"/>
              <a:t>For learning hub visit  learn.pantechsolutions.net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90954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noFill/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  <a:sym typeface="Karla Regula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  <a:sym typeface="Karla Regula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  <a:sym typeface="Karla Regula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  <a:sym typeface="Karla Regula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  <a:sym typeface="Karla Regula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  <a:sym typeface="Karla Regula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  <a:sym typeface="Karla Regula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  <a:sym typeface="Karla Regula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  <a:sym typeface="Karla Regular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●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914400" lvl="1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○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1371600" lvl="2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■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1828800" lvl="3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●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2286000" lvl="4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○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2743200" lvl="5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■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3200400" lvl="6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●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3657600" lvl="7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○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4114800" lvl="8" indent="-3175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Nunito"/>
              <a:buChar char="■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8" r:id="rId2"/>
    <p:sldLayoutId id="2147483672" r:id="rId3"/>
    <p:sldLayoutId id="2147483681" r:id="rId4"/>
    <p:sldLayoutId id="2147483682" r:id="rId5"/>
    <p:sldLayoutId id="2147483683" r:id="rId6"/>
    <p:sldLayoutId id="2147483687" r:id="rId7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5" name="Google Shape;2205;p40"/>
          <p:cNvSpPr txBox="1">
            <a:spLocks noGrp="1"/>
          </p:cNvSpPr>
          <p:nvPr>
            <p:ph type="ctrTitle"/>
          </p:nvPr>
        </p:nvSpPr>
        <p:spPr>
          <a:xfrm>
            <a:off x="1873037" y="924773"/>
            <a:ext cx="7118309" cy="2616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dirty="0" smtClean="0"/>
              <a:t> </a:t>
            </a:r>
            <a:r>
              <a:rPr lang="en-US" sz="3600" dirty="0" smtClean="0"/>
              <a:t>Introduction to </a:t>
            </a:r>
            <a:r>
              <a:rPr lang="en-US" sz="3600" dirty="0" err="1" smtClean="0"/>
              <a:t>Keil-LED,Switch</a:t>
            </a:r>
            <a:r>
              <a:rPr lang="en-US" sz="3600" dirty="0" smtClean="0"/>
              <a:t/>
            </a:r>
            <a:br>
              <a:rPr lang="en-US" sz="3600" dirty="0" smtClean="0"/>
            </a:br>
            <a:r>
              <a:rPr lang="en-US" sz="3600" dirty="0" smtClean="0"/>
              <a:t>(8051 -5 Days Workshop)</a:t>
            </a:r>
            <a:endParaRPr sz="3600" dirty="0"/>
          </a:p>
        </p:txBody>
      </p:sp>
      <p:sp>
        <p:nvSpPr>
          <p:cNvPr id="2206" name="Google Shape;2206;p40"/>
          <p:cNvSpPr txBox="1">
            <a:spLocks noGrp="1"/>
          </p:cNvSpPr>
          <p:nvPr>
            <p:ph type="subTitle" idx="1"/>
          </p:nvPr>
        </p:nvSpPr>
        <p:spPr>
          <a:xfrm>
            <a:off x="3241963" y="3620121"/>
            <a:ext cx="5140037" cy="475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/>
            <a:r>
              <a:rPr lang="en" sz="1600" dirty="0"/>
              <a:t>EMBEDDED SYSTEM </a:t>
            </a:r>
            <a:r>
              <a:rPr lang="en" sz="1600" dirty="0" smtClean="0"/>
              <a:t>DESIGN &amp; IoT-Master Class</a:t>
            </a:r>
            <a:endParaRPr sz="1600" dirty="0"/>
          </a:p>
        </p:txBody>
      </p:sp>
      <p:sp>
        <p:nvSpPr>
          <p:cNvPr id="2208" name="Google Shape;2208;p40"/>
          <p:cNvSpPr/>
          <p:nvPr/>
        </p:nvSpPr>
        <p:spPr>
          <a:xfrm flipH="1">
            <a:off x="-77280" y="4354934"/>
            <a:ext cx="2785365" cy="2785308"/>
          </a:xfrm>
          <a:custGeom>
            <a:avLst/>
            <a:gdLst/>
            <a:ahLst/>
            <a:cxnLst/>
            <a:rect l="l" t="t" r="r" b="b"/>
            <a:pathLst>
              <a:path w="48967" h="48966" extrusionOk="0">
                <a:moveTo>
                  <a:pt x="24484" y="0"/>
                </a:moveTo>
                <a:lnTo>
                  <a:pt x="23234" y="39"/>
                </a:lnTo>
                <a:lnTo>
                  <a:pt x="21985" y="117"/>
                </a:lnTo>
                <a:lnTo>
                  <a:pt x="20774" y="274"/>
                </a:lnTo>
                <a:lnTo>
                  <a:pt x="19564" y="508"/>
                </a:lnTo>
                <a:lnTo>
                  <a:pt x="18392" y="781"/>
                </a:lnTo>
                <a:lnTo>
                  <a:pt x="17221" y="1094"/>
                </a:lnTo>
                <a:lnTo>
                  <a:pt x="16088" y="1484"/>
                </a:lnTo>
                <a:lnTo>
                  <a:pt x="14956" y="1914"/>
                </a:lnTo>
                <a:lnTo>
                  <a:pt x="13902" y="2421"/>
                </a:lnTo>
                <a:lnTo>
                  <a:pt x="12848" y="2968"/>
                </a:lnTo>
                <a:lnTo>
                  <a:pt x="11793" y="3554"/>
                </a:lnTo>
                <a:lnTo>
                  <a:pt x="10817" y="4178"/>
                </a:lnTo>
                <a:lnTo>
                  <a:pt x="9841" y="4881"/>
                </a:lnTo>
                <a:lnTo>
                  <a:pt x="8943" y="5584"/>
                </a:lnTo>
                <a:lnTo>
                  <a:pt x="8045" y="6365"/>
                </a:lnTo>
                <a:lnTo>
                  <a:pt x="7186" y="7185"/>
                </a:lnTo>
                <a:lnTo>
                  <a:pt x="6366" y="8005"/>
                </a:lnTo>
                <a:lnTo>
                  <a:pt x="5624" y="8903"/>
                </a:lnTo>
                <a:lnTo>
                  <a:pt x="4882" y="9840"/>
                </a:lnTo>
                <a:lnTo>
                  <a:pt x="4179" y="10777"/>
                </a:lnTo>
                <a:lnTo>
                  <a:pt x="3554" y="11793"/>
                </a:lnTo>
                <a:lnTo>
                  <a:pt x="2968" y="12808"/>
                </a:lnTo>
                <a:lnTo>
                  <a:pt x="2422" y="13862"/>
                </a:lnTo>
                <a:lnTo>
                  <a:pt x="1953" y="14955"/>
                </a:lnTo>
                <a:lnTo>
                  <a:pt x="1485" y="16049"/>
                </a:lnTo>
                <a:lnTo>
                  <a:pt x="1133" y="17181"/>
                </a:lnTo>
                <a:lnTo>
                  <a:pt x="782" y="18353"/>
                </a:lnTo>
                <a:lnTo>
                  <a:pt x="508" y="19563"/>
                </a:lnTo>
                <a:lnTo>
                  <a:pt x="313" y="20734"/>
                </a:lnTo>
                <a:lnTo>
                  <a:pt x="157" y="21984"/>
                </a:lnTo>
                <a:lnTo>
                  <a:pt x="40" y="23234"/>
                </a:lnTo>
                <a:lnTo>
                  <a:pt x="1" y="24483"/>
                </a:lnTo>
                <a:lnTo>
                  <a:pt x="40" y="25733"/>
                </a:lnTo>
                <a:lnTo>
                  <a:pt x="157" y="26982"/>
                </a:lnTo>
                <a:lnTo>
                  <a:pt x="313" y="28193"/>
                </a:lnTo>
                <a:lnTo>
                  <a:pt x="508" y="29403"/>
                </a:lnTo>
                <a:lnTo>
                  <a:pt x="782" y="30613"/>
                </a:lnTo>
                <a:lnTo>
                  <a:pt x="1133" y="31746"/>
                </a:lnTo>
                <a:lnTo>
                  <a:pt x="1485" y="32917"/>
                </a:lnTo>
                <a:lnTo>
                  <a:pt x="1953" y="34011"/>
                </a:lnTo>
                <a:lnTo>
                  <a:pt x="2422" y="35104"/>
                </a:lnTo>
                <a:lnTo>
                  <a:pt x="2968" y="36158"/>
                </a:lnTo>
                <a:lnTo>
                  <a:pt x="3554" y="37173"/>
                </a:lnTo>
                <a:lnTo>
                  <a:pt x="4179" y="38150"/>
                </a:lnTo>
                <a:lnTo>
                  <a:pt x="4882" y="39126"/>
                </a:lnTo>
                <a:lnTo>
                  <a:pt x="5624" y="40063"/>
                </a:lnTo>
                <a:lnTo>
                  <a:pt x="6366" y="40922"/>
                </a:lnTo>
                <a:lnTo>
                  <a:pt x="7186" y="41781"/>
                </a:lnTo>
                <a:lnTo>
                  <a:pt x="8045" y="42601"/>
                </a:lnTo>
                <a:lnTo>
                  <a:pt x="8943" y="43382"/>
                </a:lnTo>
                <a:lnTo>
                  <a:pt x="9841" y="44085"/>
                </a:lnTo>
                <a:lnTo>
                  <a:pt x="10817" y="44788"/>
                </a:lnTo>
                <a:lnTo>
                  <a:pt x="11793" y="45412"/>
                </a:lnTo>
                <a:lnTo>
                  <a:pt x="12848" y="45998"/>
                </a:lnTo>
                <a:lnTo>
                  <a:pt x="13902" y="46545"/>
                </a:lnTo>
                <a:lnTo>
                  <a:pt x="14956" y="47052"/>
                </a:lnTo>
                <a:lnTo>
                  <a:pt x="16088" y="47482"/>
                </a:lnTo>
                <a:lnTo>
                  <a:pt x="17221" y="47872"/>
                </a:lnTo>
                <a:lnTo>
                  <a:pt x="18392" y="48185"/>
                </a:lnTo>
                <a:lnTo>
                  <a:pt x="19564" y="48458"/>
                </a:lnTo>
                <a:lnTo>
                  <a:pt x="20774" y="48692"/>
                </a:lnTo>
                <a:lnTo>
                  <a:pt x="21985" y="48849"/>
                </a:lnTo>
                <a:lnTo>
                  <a:pt x="23234" y="48927"/>
                </a:lnTo>
                <a:lnTo>
                  <a:pt x="24484" y="48966"/>
                </a:lnTo>
                <a:lnTo>
                  <a:pt x="25772" y="48927"/>
                </a:lnTo>
                <a:lnTo>
                  <a:pt x="26983" y="48849"/>
                </a:lnTo>
                <a:lnTo>
                  <a:pt x="28232" y="48692"/>
                </a:lnTo>
                <a:lnTo>
                  <a:pt x="29443" y="48458"/>
                </a:lnTo>
                <a:lnTo>
                  <a:pt x="30614" y="48185"/>
                </a:lnTo>
                <a:lnTo>
                  <a:pt x="31786" y="47872"/>
                </a:lnTo>
                <a:lnTo>
                  <a:pt x="32918" y="47482"/>
                </a:lnTo>
                <a:lnTo>
                  <a:pt x="34011" y="47052"/>
                </a:lnTo>
                <a:lnTo>
                  <a:pt x="35105" y="46545"/>
                </a:lnTo>
                <a:lnTo>
                  <a:pt x="36159" y="45998"/>
                </a:lnTo>
                <a:lnTo>
                  <a:pt x="37174" y="45412"/>
                </a:lnTo>
                <a:lnTo>
                  <a:pt x="38189" y="44788"/>
                </a:lnTo>
                <a:lnTo>
                  <a:pt x="39127" y="44085"/>
                </a:lnTo>
                <a:lnTo>
                  <a:pt x="40064" y="43382"/>
                </a:lnTo>
                <a:lnTo>
                  <a:pt x="40962" y="42601"/>
                </a:lnTo>
                <a:lnTo>
                  <a:pt x="41821" y="41781"/>
                </a:lnTo>
                <a:lnTo>
                  <a:pt x="42602" y="40922"/>
                </a:lnTo>
                <a:lnTo>
                  <a:pt x="43383" y="40063"/>
                </a:lnTo>
                <a:lnTo>
                  <a:pt x="44125" y="39126"/>
                </a:lnTo>
                <a:lnTo>
                  <a:pt x="44788" y="38150"/>
                </a:lnTo>
                <a:lnTo>
                  <a:pt x="45452" y="37173"/>
                </a:lnTo>
                <a:lnTo>
                  <a:pt x="46038" y="36158"/>
                </a:lnTo>
                <a:lnTo>
                  <a:pt x="46546" y="35104"/>
                </a:lnTo>
                <a:lnTo>
                  <a:pt x="47053" y="34011"/>
                </a:lnTo>
                <a:lnTo>
                  <a:pt x="47483" y="32917"/>
                </a:lnTo>
                <a:lnTo>
                  <a:pt x="47873" y="31746"/>
                </a:lnTo>
                <a:lnTo>
                  <a:pt x="48225" y="30613"/>
                </a:lnTo>
                <a:lnTo>
                  <a:pt x="48498" y="29403"/>
                </a:lnTo>
                <a:lnTo>
                  <a:pt x="48693" y="28193"/>
                </a:lnTo>
                <a:lnTo>
                  <a:pt x="48849" y="26982"/>
                </a:lnTo>
                <a:lnTo>
                  <a:pt x="48966" y="25733"/>
                </a:lnTo>
                <a:lnTo>
                  <a:pt x="48966" y="24483"/>
                </a:lnTo>
                <a:lnTo>
                  <a:pt x="48966" y="23234"/>
                </a:lnTo>
                <a:lnTo>
                  <a:pt x="48849" y="21984"/>
                </a:lnTo>
                <a:lnTo>
                  <a:pt x="48693" y="20734"/>
                </a:lnTo>
                <a:lnTo>
                  <a:pt x="48498" y="19563"/>
                </a:lnTo>
                <a:lnTo>
                  <a:pt x="48225" y="18353"/>
                </a:lnTo>
                <a:lnTo>
                  <a:pt x="47873" y="17181"/>
                </a:lnTo>
                <a:lnTo>
                  <a:pt x="47483" y="16049"/>
                </a:lnTo>
                <a:lnTo>
                  <a:pt x="47053" y="14955"/>
                </a:lnTo>
                <a:lnTo>
                  <a:pt x="46546" y="13862"/>
                </a:lnTo>
                <a:lnTo>
                  <a:pt x="46038" y="12808"/>
                </a:lnTo>
                <a:lnTo>
                  <a:pt x="45452" y="11793"/>
                </a:lnTo>
                <a:lnTo>
                  <a:pt x="44788" y="10777"/>
                </a:lnTo>
                <a:lnTo>
                  <a:pt x="44125" y="9840"/>
                </a:lnTo>
                <a:lnTo>
                  <a:pt x="43383" y="8903"/>
                </a:lnTo>
                <a:lnTo>
                  <a:pt x="42602" y="8005"/>
                </a:lnTo>
                <a:lnTo>
                  <a:pt x="41821" y="7185"/>
                </a:lnTo>
                <a:lnTo>
                  <a:pt x="40962" y="6365"/>
                </a:lnTo>
                <a:lnTo>
                  <a:pt x="40064" y="5584"/>
                </a:lnTo>
                <a:lnTo>
                  <a:pt x="39127" y="4881"/>
                </a:lnTo>
                <a:lnTo>
                  <a:pt x="38189" y="4178"/>
                </a:lnTo>
                <a:lnTo>
                  <a:pt x="37174" y="3554"/>
                </a:lnTo>
                <a:lnTo>
                  <a:pt x="36159" y="2968"/>
                </a:lnTo>
                <a:lnTo>
                  <a:pt x="35105" y="2421"/>
                </a:lnTo>
                <a:lnTo>
                  <a:pt x="34011" y="1914"/>
                </a:lnTo>
                <a:lnTo>
                  <a:pt x="32918" y="1484"/>
                </a:lnTo>
                <a:lnTo>
                  <a:pt x="31786" y="1094"/>
                </a:lnTo>
                <a:lnTo>
                  <a:pt x="30614" y="781"/>
                </a:lnTo>
                <a:lnTo>
                  <a:pt x="29443" y="508"/>
                </a:lnTo>
                <a:lnTo>
                  <a:pt x="28232" y="274"/>
                </a:lnTo>
                <a:lnTo>
                  <a:pt x="26983" y="117"/>
                </a:lnTo>
                <a:lnTo>
                  <a:pt x="25772" y="39"/>
                </a:lnTo>
                <a:lnTo>
                  <a:pt x="2448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209" name="Google Shape;2209;p40"/>
          <p:cNvGrpSpPr/>
          <p:nvPr/>
        </p:nvGrpSpPr>
        <p:grpSpPr>
          <a:xfrm flipH="1">
            <a:off x="-352355" y="3454401"/>
            <a:ext cx="1051274" cy="787312"/>
            <a:chOff x="3585475" y="1537675"/>
            <a:chExt cx="649175" cy="486175"/>
          </a:xfrm>
        </p:grpSpPr>
        <p:sp>
          <p:nvSpPr>
            <p:cNvPr id="2210" name="Google Shape;2210;p40"/>
            <p:cNvSpPr/>
            <p:nvPr/>
          </p:nvSpPr>
          <p:spPr>
            <a:xfrm>
              <a:off x="35854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1" name="Google Shape;2211;p40"/>
            <p:cNvSpPr/>
            <p:nvPr/>
          </p:nvSpPr>
          <p:spPr>
            <a:xfrm>
              <a:off x="35854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1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2" name="Google Shape;2212;p40"/>
            <p:cNvSpPr/>
            <p:nvPr/>
          </p:nvSpPr>
          <p:spPr>
            <a:xfrm>
              <a:off x="35854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3" name="Google Shape;2213;p40"/>
            <p:cNvSpPr/>
            <p:nvPr/>
          </p:nvSpPr>
          <p:spPr>
            <a:xfrm>
              <a:off x="35854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1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03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1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4" name="Google Shape;2214;p40"/>
            <p:cNvSpPr/>
            <p:nvPr/>
          </p:nvSpPr>
          <p:spPr>
            <a:xfrm>
              <a:off x="3739700" y="1992575"/>
              <a:ext cx="30300" cy="31275"/>
            </a:xfrm>
            <a:custGeom>
              <a:avLst/>
              <a:gdLst/>
              <a:ahLst/>
              <a:cxnLst/>
              <a:rect l="l" t="t" r="r" b="b"/>
              <a:pathLst>
                <a:path w="1212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5" name="Google Shape;2215;p40"/>
            <p:cNvSpPr/>
            <p:nvPr/>
          </p:nvSpPr>
          <p:spPr>
            <a:xfrm>
              <a:off x="3739700" y="18412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6" name="Google Shape;2216;p40"/>
            <p:cNvSpPr/>
            <p:nvPr/>
          </p:nvSpPr>
          <p:spPr>
            <a:xfrm>
              <a:off x="3739700" y="1688975"/>
              <a:ext cx="30300" cy="30300"/>
            </a:xfrm>
            <a:custGeom>
              <a:avLst/>
              <a:gdLst/>
              <a:ahLst/>
              <a:cxnLst/>
              <a:rect l="l" t="t" r="r" b="b"/>
              <a:pathLst>
                <a:path w="1212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7" name="Google Shape;2217;p40"/>
            <p:cNvSpPr/>
            <p:nvPr/>
          </p:nvSpPr>
          <p:spPr>
            <a:xfrm>
              <a:off x="3739700" y="15376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2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8" name="Google Shape;2218;p40"/>
            <p:cNvSpPr/>
            <p:nvPr/>
          </p:nvSpPr>
          <p:spPr>
            <a:xfrm>
              <a:off x="389492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9" name="Google Shape;2219;p40"/>
            <p:cNvSpPr/>
            <p:nvPr/>
          </p:nvSpPr>
          <p:spPr>
            <a:xfrm>
              <a:off x="389492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0" name="Google Shape;2220;p40"/>
            <p:cNvSpPr/>
            <p:nvPr/>
          </p:nvSpPr>
          <p:spPr>
            <a:xfrm>
              <a:off x="389492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1" name="Google Shape;2221;p40"/>
            <p:cNvSpPr/>
            <p:nvPr/>
          </p:nvSpPr>
          <p:spPr>
            <a:xfrm>
              <a:off x="389492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2" name="Google Shape;2222;p40"/>
            <p:cNvSpPr/>
            <p:nvPr/>
          </p:nvSpPr>
          <p:spPr>
            <a:xfrm>
              <a:off x="4049150" y="1992575"/>
              <a:ext cx="31275" cy="31275"/>
            </a:xfrm>
            <a:custGeom>
              <a:avLst/>
              <a:gdLst/>
              <a:ahLst/>
              <a:cxnLst/>
              <a:rect l="l" t="t" r="r" b="b"/>
              <a:pathLst>
                <a:path w="1251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50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3" name="Google Shape;2223;p40"/>
            <p:cNvSpPr/>
            <p:nvPr/>
          </p:nvSpPr>
          <p:spPr>
            <a:xfrm>
              <a:off x="4049150" y="18412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4" name="Google Shape;2224;p40"/>
            <p:cNvSpPr/>
            <p:nvPr/>
          </p:nvSpPr>
          <p:spPr>
            <a:xfrm>
              <a:off x="4049150" y="1688975"/>
              <a:ext cx="31275" cy="30300"/>
            </a:xfrm>
            <a:custGeom>
              <a:avLst/>
              <a:gdLst/>
              <a:ahLst/>
              <a:cxnLst/>
              <a:rect l="l" t="t" r="r" b="b"/>
              <a:pathLst>
                <a:path w="1251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50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5" name="Google Shape;2225;p40"/>
            <p:cNvSpPr/>
            <p:nvPr/>
          </p:nvSpPr>
          <p:spPr>
            <a:xfrm>
              <a:off x="4049150" y="15376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3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6" name="Google Shape;2226;p40"/>
            <p:cNvSpPr/>
            <p:nvPr/>
          </p:nvSpPr>
          <p:spPr>
            <a:xfrm>
              <a:off x="42043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7" name="Google Shape;2227;p40"/>
            <p:cNvSpPr/>
            <p:nvPr/>
          </p:nvSpPr>
          <p:spPr>
            <a:xfrm>
              <a:off x="42043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8" name="Google Shape;2228;p40"/>
            <p:cNvSpPr/>
            <p:nvPr/>
          </p:nvSpPr>
          <p:spPr>
            <a:xfrm>
              <a:off x="42043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9" name="Google Shape;2229;p40"/>
            <p:cNvSpPr/>
            <p:nvPr/>
          </p:nvSpPr>
          <p:spPr>
            <a:xfrm>
              <a:off x="42043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59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30" name="Google Shape;2230;p40"/>
          <p:cNvGrpSpPr/>
          <p:nvPr/>
        </p:nvGrpSpPr>
        <p:grpSpPr>
          <a:xfrm flipH="1">
            <a:off x="197795" y="211850"/>
            <a:ext cx="656180" cy="633875"/>
            <a:chOff x="2556550" y="3309450"/>
            <a:chExt cx="545725" cy="527175"/>
          </a:xfrm>
        </p:grpSpPr>
        <p:sp>
          <p:nvSpPr>
            <p:cNvPr id="2231" name="Google Shape;2231;p40"/>
            <p:cNvSpPr/>
            <p:nvPr/>
          </p:nvSpPr>
          <p:spPr>
            <a:xfrm>
              <a:off x="2556550" y="3440250"/>
              <a:ext cx="396375" cy="396375"/>
            </a:xfrm>
            <a:custGeom>
              <a:avLst/>
              <a:gdLst/>
              <a:ahLst/>
              <a:cxnLst/>
              <a:rect l="l" t="t" r="r" b="b"/>
              <a:pathLst>
                <a:path w="15855" h="15855" extrusionOk="0">
                  <a:moveTo>
                    <a:pt x="1" y="1"/>
                  </a:moveTo>
                  <a:lnTo>
                    <a:pt x="1" y="15854"/>
                  </a:lnTo>
                  <a:lnTo>
                    <a:pt x="15854" y="15854"/>
                  </a:lnTo>
                  <a:lnTo>
                    <a:pt x="1585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2" name="Google Shape;2232;p40"/>
            <p:cNvSpPr/>
            <p:nvPr/>
          </p:nvSpPr>
          <p:spPr>
            <a:xfrm>
              <a:off x="2704950" y="3309450"/>
              <a:ext cx="397325" cy="396350"/>
            </a:xfrm>
            <a:custGeom>
              <a:avLst/>
              <a:gdLst/>
              <a:ahLst/>
              <a:cxnLst/>
              <a:rect l="l" t="t" r="r" b="b"/>
              <a:pathLst>
                <a:path w="15893" h="15854" fill="none" extrusionOk="0">
                  <a:moveTo>
                    <a:pt x="15893" y="15854"/>
                  </a:moveTo>
                  <a:lnTo>
                    <a:pt x="0" y="15854"/>
                  </a:lnTo>
                  <a:lnTo>
                    <a:pt x="0" y="0"/>
                  </a:lnTo>
                  <a:lnTo>
                    <a:pt x="15893" y="0"/>
                  </a:lnTo>
                  <a:lnTo>
                    <a:pt x="15893" y="15854"/>
                  </a:lnTo>
                  <a:close/>
                </a:path>
              </a:pathLst>
            </a:custGeom>
            <a:noFill/>
            <a:ln w="1952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233" name="Google Shape;2233;p40"/>
          <p:cNvSpPr/>
          <p:nvPr/>
        </p:nvSpPr>
        <p:spPr>
          <a:xfrm>
            <a:off x="7424746" y="369925"/>
            <a:ext cx="1719000" cy="475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 smtClean="0">
                <a:solidFill>
                  <a:schemeClr val="accent4"/>
                </a:solidFill>
                <a:latin typeface="Montserrat" panose="00000500000000000000" pitchFamily="2" charset="0"/>
                <a:ea typeface="Karla Regular"/>
                <a:cs typeface="Karla Regular"/>
                <a:sym typeface="Karla Regular"/>
              </a:rPr>
              <a:t>         DAY </a:t>
            </a:r>
            <a:r>
              <a:rPr lang="en" sz="1800" b="1" dirty="0" smtClean="0">
                <a:solidFill>
                  <a:schemeClr val="accent4"/>
                </a:solidFill>
                <a:latin typeface="Montserrat" panose="00000500000000000000" pitchFamily="2" charset="0"/>
                <a:ea typeface="Karla Regular"/>
                <a:cs typeface="Karla Regular"/>
                <a:sym typeface="Karla Regular"/>
              </a:rPr>
              <a:t>7</a:t>
            </a:r>
            <a:endParaRPr sz="100" b="1" dirty="0">
              <a:latin typeface="Montserrat" panose="00000500000000000000" pitchFamily="2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919" y="1070028"/>
            <a:ext cx="1174118" cy="110223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2600" b="1" dirty="0" smtClean="0">
                <a:solidFill>
                  <a:schemeClr val="tx2"/>
                </a:solidFill>
                <a:latin typeface="Fire sans extra"/>
              </a:rPr>
              <a:t>What You will learn Today?</a:t>
            </a:r>
          </a:p>
        </p:txBody>
      </p:sp>
      <p:sp>
        <p:nvSpPr>
          <p:cNvPr id="3" name="Content Placeholder 2"/>
          <p:cNvSpPr txBox="1">
            <a:spLocks/>
          </p:cNvSpPr>
          <p:nvPr/>
        </p:nvSpPr>
        <p:spPr>
          <a:xfrm>
            <a:off x="228600" y="1142416"/>
            <a:ext cx="7924800" cy="2357438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Font typeface="Wingdings" pitchFamily="2" charset="2"/>
              <a:buChar char="ü"/>
            </a:pPr>
            <a:r>
              <a:rPr lang="en-US" sz="2000" b="1" dirty="0" smtClean="0">
                <a:solidFill>
                  <a:srgbClr val="00206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Introduction to </a:t>
            </a:r>
            <a:r>
              <a:rPr lang="en-US" sz="2000" b="1" dirty="0" smtClean="0">
                <a:solidFill>
                  <a:srgbClr val="00206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KEIL</a:t>
            </a:r>
            <a:endParaRPr lang="en-US" sz="2000" b="1" dirty="0" smtClean="0">
              <a:solidFill>
                <a:srgbClr val="002060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>
              <a:buFont typeface="Wingdings" pitchFamily="2" charset="2"/>
              <a:buChar char="ü"/>
            </a:pPr>
            <a:r>
              <a:rPr lang="en-US" sz="2000" b="1" dirty="0" smtClean="0">
                <a:solidFill>
                  <a:srgbClr val="00206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LED Blinking</a:t>
            </a:r>
            <a:endParaRPr lang="en-US" sz="2000" b="1" dirty="0" smtClean="0">
              <a:solidFill>
                <a:srgbClr val="002060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>
              <a:buFont typeface="Wingdings" pitchFamily="2" charset="2"/>
              <a:buChar char="ü"/>
            </a:pPr>
            <a:r>
              <a:rPr lang="en-US" sz="2000" b="1" dirty="0" smtClean="0">
                <a:solidFill>
                  <a:srgbClr val="00206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LED and Switch Interface card</a:t>
            </a:r>
            <a:endParaRPr lang="en-US" sz="2000" b="1" dirty="0" smtClean="0">
              <a:solidFill>
                <a:srgbClr val="002060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>
              <a:buFont typeface="Wingdings" pitchFamily="2" charset="2"/>
              <a:buChar char="ü"/>
            </a:pPr>
            <a:endParaRPr lang="en-US" sz="2000" b="1" dirty="0" smtClean="0">
              <a:solidFill>
                <a:srgbClr val="002060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  <a:p>
            <a:endParaRPr lang="en-US" sz="2000" b="1" dirty="0" smtClean="0">
              <a:solidFill>
                <a:srgbClr val="002060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>
              <a:buFont typeface="Wingdings" pitchFamily="2" charset="2"/>
              <a:buChar char="ü"/>
            </a:pPr>
            <a:endParaRPr lang="en-US" sz="2000" b="1" dirty="0" smtClean="0">
              <a:solidFill>
                <a:srgbClr val="002060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  <a:p>
            <a:endParaRPr lang="en-US" sz="2000" dirty="0" smtClean="0">
              <a:solidFill>
                <a:srgbClr val="002060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41903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573" y="214797"/>
            <a:ext cx="8520600" cy="572700"/>
          </a:xfrm>
        </p:spPr>
        <p:txBody>
          <a:bodyPr/>
          <a:lstStyle/>
          <a:p>
            <a:r>
              <a:rPr lang="en-US" dirty="0" smtClean="0">
                <a:solidFill>
                  <a:schemeClr val="tx2"/>
                </a:solidFill>
              </a:rPr>
              <a:t>Mindset Lesson for the Day</a:t>
            </a:r>
            <a:endParaRPr lang="en-IN" dirty="0">
              <a:solidFill>
                <a:schemeClr val="tx2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246" y="1083202"/>
            <a:ext cx="8520600" cy="3416400"/>
          </a:xfrm>
        </p:spPr>
        <p:txBody>
          <a:bodyPr/>
          <a:lstStyle/>
          <a:p>
            <a:pPr marL="139700" indent="0">
              <a:buNone/>
            </a:pPr>
            <a:r>
              <a:rPr lang="en-US" sz="2000" b="1" dirty="0" smtClean="0"/>
              <a:t>More you work on yourself wider the impact will be</a:t>
            </a:r>
            <a:endParaRPr lang="en-US" sz="2000" b="1" dirty="0" smtClean="0"/>
          </a:p>
          <a:p>
            <a:pPr marL="139700" indent="0">
              <a:buNone/>
            </a:pPr>
            <a:endParaRPr lang="en-US" sz="2000" b="1" dirty="0" smtClean="0"/>
          </a:p>
          <a:p>
            <a:r>
              <a:rPr lang="en-US" sz="2000" b="1" dirty="0" smtClean="0"/>
              <a:t>Exercise</a:t>
            </a:r>
          </a:p>
          <a:p>
            <a:pPr marL="139700" indent="0">
              <a:buNone/>
            </a:pPr>
            <a:r>
              <a:rPr lang="en-US" sz="2000" dirty="0"/>
              <a:t>Write down all of your strengths and all of your weaknesses</a:t>
            </a:r>
            <a:endParaRPr lang="en-US" sz="2000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www.pantechsolutions.net</a:t>
            </a:r>
          </a:p>
          <a:p>
            <a:pPr>
              <a:defRPr/>
            </a:pPr>
            <a:r>
              <a:rPr lang="en-US" dirty="0" smtClean="0"/>
              <a:t>For learning hub visit  learn.pantechsolutions.net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43484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1673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43002" y="884590"/>
            <a:ext cx="7610475" cy="37445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</p:pic>
    </p:spTree>
    <p:extLst>
      <p:ext uri="{BB962C8B-B14F-4D97-AF65-F5344CB8AC3E}">
        <p14:creationId xmlns:p14="http://schemas.microsoft.com/office/powerpoint/2010/main" val="17328806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Led and Switch Interface </a:t>
            </a:r>
            <a:endParaRPr lang="en-IN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74013" y="1097107"/>
            <a:ext cx="6208738" cy="345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2961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Download </a:t>
            </a:r>
            <a:r>
              <a:rPr lang="en-US" dirty="0" err="1" smtClean="0"/>
              <a:t>Keil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https://www.keil.com/download/product</a:t>
            </a:r>
            <a:r>
              <a:rPr lang="en-IN" dirty="0" smtClean="0"/>
              <a:t>/</a:t>
            </a:r>
          </a:p>
          <a:p>
            <a:pPr marL="139700" indent="0">
              <a:buNone/>
            </a:pPr>
            <a:endParaRPr lang="en-IN" dirty="0"/>
          </a:p>
          <a:p>
            <a:r>
              <a:rPr lang="en-IN" dirty="0" smtClean="0"/>
              <a:t>https</a:t>
            </a:r>
            <a:r>
              <a:rPr lang="en-IN" dirty="0"/>
              <a:t>://www.nuvoton.com/tool-and-software/software-development-tool/programmer/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www.pantechsolutions.net</a:t>
            </a:r>
          </a:p>
          <a:p>
            <a:pPr>
              <a:defRPr/>
            </a:pPr>
            <a:r>
              <a:rPr lang="en-US" smtClean="0"/>
              <a:t>For learning hub visit  learn.pantechsolutions.net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0528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4712" y="309822"/>
            <a:ext cx="7723500" cy="481200"/>
          </a:xfrm>
        </p:spPr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</a:rPr>
              <a:t>LED INTERFACE</a:t>
            </a:r>
            <a:endParaRPr lang="en-US" b="1" dirty="0">
              <a:solidFill>
                <a:srgbClr val="FF0000"/>
              </a:solidFill>
            </a:endParaRPr>
          </a:p>
        </p:txBody>
      </p:sp>
      <p:pic>
        <p:nvPicPr>
          <p:cNvPr id="5123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4702" y="1262408"/>
            <a:ext cx="3274988" cy="302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800365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3187" y="437412"/>
            <a:ext cx="7723500" cy="481200"/>
          </a:xfrm>
        </p:spPr>
        <p:txBody>
          <a:bodyPr/>
          <a:lstStyle/>
          <a:p>
            <a:r>
              <a:rPr lang="en-US" dirty="0" smtClean="0">
                <a:solidFill>
                  <a:srgbClr val="FF0000"/>
                </a:solidFill>
              </a:rPr>
              <a:t>SWITCH INTERFACE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1229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8610" y="1256858"/>
            <a:ext cx="2828697" cy="33944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106108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FF0000"/>
                </a:solidFill>
              </a:rPr>
              <a:t>Blinking Led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39700" indent="0">
              <a:buNone/>
            </a:pPr>
            <a:r>
              <a:rPr lang="en-IN" sz="1200" b="1" dirty="0"/>
              <a:t>#include &lt;reg51.h&gt;</a:t>
            </a:r>
          </a:p>
          <a:p>
            <a:pPr marL="139700" indent="0">
              <a:buNone/>
            </a:pPr>
            <a:r>
              <a:rPr lang="en-IN" sz="1200" b="1" dirty="0"/>
              <a:t>#define LED P2</a:t>
            </a:r>
          </a:p>
          <a:p>
            <a:pPr marL="139700" indent="0">
              <a:buNone/>
            </a:pPr>
            <a:r>
              <a:rPr lang="en-IN" sz="1200" b="1" dirty="0" smtClean="0"/>
              <a:t>void </a:t>
            </a:r>
            <a:r>
              <a:rPr lang="en-IN" sz="1200" b="1" dirty="0"/>
              <a:t>delay();</a:t>
            </a:r>
          </a:p>
          <a:p>
            <a:pPr marL="139700" indent="0">
              <a:buNone/>
            </a:pPr>
            <a:r>
              <a:rPr lang="en-IN" sz="1200" b="1" dirty="0" smtClean="0"/>
              <a:t>void </a:t>
            </a:r>
            <a:r>
              <a:rPr lang="en-IN" sz="1200" b="1" dirty="0"/>
              <a:t>delay(void)</a:t>
            </a:r>
          </a:p>
          <a:p>
            <a:pPr marL="139700" indent="0">
              <a:buNone/>
            </a:pPr>
            <a:r>
              <a:rPr lang="en-IN" sz="1200" b="1" dirty="0"/>
              <a:t>{</a:t>
            </a:r>
          </a:p>
          <a:p>
            <a:pPr marL="139700" indent="0">
              <a:buNone/>
            </a:pPr>
            <a:r>
              <a:rPr lang="en-IN" sz="1200" b="1" dirty="0"/>
              <a:t>	unsigned </a:t>
            </a:r>
            <a:r>
              <a:rPr lang="en-IN" sz="1200" b="1" dirty="0" err="1"/>
              <a:t>int</a:t>
            </a:r>
            <a:r>
              <a:rPr lang="en-IN" sz="1200" b="1" dirty="0"/>
              <a:t> </a:t>
            </a:r>
            <a:r>
              <a:rPr lang="en-IN" sz="1200" b="1" dirty="0" err="1"/>
              <a:t>i</a:t>
            </a:r>
            <a:r>
              <a:rPr lang="en-IN" sz="1200" b="1" dirty="0"/>
              <a:t>;</a:t>
            </a:r>
          </a:p>
          <a:p>
            <a:pPr marL="139700" indent="0">
              <a:buNone/>
            </a:pPr>
            <a:r>
              <a:rPr lang="en-IN" sz="1200" b="1" dirty="0"/>
              <a:t>	for (</a:t>
            </a:r>
            <a:r>
              <a:rPr lang="en-IN" sz="1200" b="1" dirty="0" err="1"/>
              <a:t>i</a:t>
            </a:r>
            <a:r>
              <a:rPr lang="en-IN" sz="1200" b="1" dirty="0"/>
              <a:t>=0;i&lt;10000;i++);</a:t>
            </a:r>
          </a:p>
          <a:p>
            <a:pPr marL="139700" indent="0">
              <a:buNone/>
            </a:pPr>
            <a:r>
              <a:rPr lang="en-IN" sz="1200" b="1" dirty="0" smtClean="0"/>
              <a:t>}</a:t>
            </a:r>
            <a:endParaRPr lang="en-IN" sz="1200" b="1" dirty="0"/>
          </a:p>
          <a:p>
            <a:pPr marL="139700" indent="0">
              <a:buNone/>
            </a:pPr>
            <a:endParaRPr lang="en-IN" sz="1200" b="1" dirty="0"/>
          </a:p>
          <a:p>
            <a:pPr marL="139700" indent="0">
              <a:buNone/>
            </a:pPr>
            <a:r>
              <a:rPr lang="en-IN" sz="1200" b="1" dirty="0"/>
              <a:t>void main()</a:t>
            </a:r>
          </a:p>
          <a:p>
            <a:pPr marL="139700" indent="0">
              <a:buNone/>
            </a:pPr>
            <a:r>
              <a:rPr lang="en-IN" sz="1200" b="1" dirty="0"/>
              <a:t>{</a:t>
            </a:r>
          </a:p>
          <a:p>
            <a:pPr marL="139700" indent="0">
              <a:buNone/>
            </a:pPr>
            <a:r>
              <a:rPr lang="en-IN" sz="1200" b="1" dirty="0" smtClean="0"/>
              <a:t>LED=0x00</a:t>
            </a:r>
            <a:r>
              <a:rPr lang="en-IN" sz="1200" b="1" dirty="0"/>
              <a:t>;</a:t>
            </a:r>
          </a:p>
          <a:p>
            <a:pPr marL="139700" indent="0">
              <a:buNone/>
            </a:pPr>
            <a:r>
              <a:rPr lang="en-IN" sz="1200" b="1" dirty="0"/>
              <a:t>delay();</a:t>
            </a:r>
          </a:p>
          <a:p>
            <a:pPr marL="139700" indent="0">
              <a:buNone/>
            </a:pPr>
            <a:r>
              <a:rPr lang="en-IN" sz="1200" b="1" dirty="0"/>
              <a:t>LED=0xFF;</a:t>
            </a:r>
          </a:p>
          <a:p>
            <a:pPr marL="139700" indent="0">
              <a:buNone/>
            </a:pPr>
            <a:r>
              <a:rPr lang="en-IN" sz="1200" b="1" dirty="0"/>
              <a:t>delay();</a:t>
            </a:r>
          </a:p>
          <a:p>
            <a:pPr marL="139700" indent="0">
              <a:buNone/>
            </a:pPr>
            <a:r>
              <a:rPr lang="en-IN" sz="1200" b="1" dirty="0"/>
              <a:t>	</a:t>
            </a:r>
          </a:p>
          <a:p>
            <a:pPr marL="139700" indent="0">
              <a:buNone/>
            </a:pPr>
            <a:r>
              <a:rPr lang="en-IN" sz="1200" b="1" dirty="0"/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www.pantechsolutions.net</a:t>
            </a:r>
          </a:p>
          <a:p>
            <a:pPr>
              <a:defRPr/>
            </a:pPr>
            <a:r>
              <a:rPr lang="en-US" smtClean="0"/>
              <a:t>For learning hub visit  learn.pantechsolutions.net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36048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700" y="-36752"/>
            <a:ext cx="8520600" cy="572700"/>
          </a:xfrm>
        </p:spPr>
        <p:txBody>
          <a:bodyPr/>
          <a:lstStyle/>
          <a:p>
            <a:r>
              <a:rPr lang="en-US" dirty="0" smtClean="0">
                <a:solidFill>
                  <a:srgbClr val="FF0000"/>
                </a:solidFill>
              </a:rPr>
              <a:t>Scrolling LED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1700" y="535948"/>
            <a:ext cx="8520600" cy="3416400"/>
          </a:xfrm>
        </p:spPr>
        <p:txBody>
          <a:bodyPr/>
          <a:lstStyle/>
          <a:p>
            <a:pPr marL="139700" indent="0">
              <a:buNone/>
            </a:pPr>
            <a:r>
              <a:rPr lang="en-IN" sz="800" b="1" dirty="0"/>
              <a:t>#include&lt;reg51.h&gt;</a:t>
            </a:r>
          </a:p>
          <a:p>
            <a:pPr marL="139700" indent="0">
              <a:buNone/>
            </a:pPr>
            <a:r>
              <a:rPr lang="en-IN" sz="800" b="1" dirty="0"/>
              <a:t>#define LED P2</a:t>
            </a:r>
          </a:p>
          <a:p>
            <a:pPr marL="139700" indent="0">
              <a:buNone/>
            </a:pPr>
            <a:r>
              <a:rPr lang="en-IN" sz="800" b="1" dirty="0"/>
              <a:t>void delay(void);</a:t>
            </a:r>
          </a:p>
          <a:p>
            <a:pPr marL="139700" indent="0">
              <a:buNone/>
            </a:pPr>
            <a:r>
              <a:rPr lang="en-IN" sz="800" b="1" dirty="0"/>
              <a:t>void left(void);</a:t>
            </a:r>
          </a:p>
          <a:p>
            <a:pPr marL="139700" indent="0">
              <a:buNone/>
            </a:pPr>
            <a:r>
              <a:rPr lang="en-IN" sz="800" b="1" dirty="0"/>
              <a:t>void right(void);</a:t>
            </a:r>
          </a:p>
          <a:p>
            <a:pPr marL="139700" indent="0">
              <a:buNone/>
            </a:pPr>
            <a:r>
              <a:rPr lang="en-IN" sz="800" b="1" dirty="0"/>
              <a:t>unsigned </a:t>
            </a:r>
            <a:r>
              <a:rPr lang="en-IN" sz="800" b="1" dirty="0" err="1"/>
              <a:t>int</a:t>
            </a:r>
            <a:r>
              <a:rPr lang="en-IN" sz="800" b="1" dirty="0"/>
              <a:t> j;</a:t>
            </a:r>
          </a:p>
          <a:p>
            <a:pPr marL="139700" indent="0">
              <a:buNone/>
            </a:pPr>
            <a:r>
              <a:rPr lang="en-IN" sz="800" b="1" dirty="0" smtClean="0"/>
              <a:t>void </a:t>
            </a:r>
            <a:r>
              <a:rPr lang="en-IN" sz="800" b="1" dirty="0"/>
              <a:t>right()</a:t>
            </a:r>
          </a:p>
          <a:p>
            <a:pPr marL="139700" indent="0">
              <a:buNone/>
            </a:pPr>
            <a:r>
              <a:rPr lang="en-IN" sz="800" b="1" dirty="0"/>
              <a:t>{</a:t>
            </a:r>
          </a:p>
          <a:p>
            <a:pPr marL="139700" indent="0">
              <a:buNone/>
            </a:pPr>
            <a:r>
              <a:rPr lang="en-IN" sz="800" b="1" dirty="0"/>
              <a:t>for (j=0x80; j&gt;=0x01; j&gt;&gt;=1)</a:t>
            </a:r>
          </a:p>
          <a:p>
            <a:pPr marL="139700" indent="0">
              <a:buNone/>
            </a:pPr>
            <a:r>
              <a:rPr lang="en-IN" sz="800" b="1" dirty="0"/>
              <a:t>{</a:t>
            </a:r>
          </a:p>
          <a:p>
            <a:pPr marL="139700" indent="0">
              <a:buNone/>
            </a:pPr>
            <a:r>
              <a:rPr lang="en-IN" sz="800" b="1" dirty="0"/>
              <a:t>LED = j;</a:t>
            </a:r>
          </a:p>
          <a:p>
            <a:pPr marL="139700" indent="0">
              <a:buNone/>
            </a:pPr>
            <a:r>
              <a:rPr lang="en-IN" sz="800" b="1" dirty="0"/>
              <a:t>delay();</a:t>
            </a:r>
          </a:p>
          <a:p>
            <a:pPr marL="139700" indent="0">
              <a:buNone/>
            </a:pPr>
            <a:r>
              <a:rPr lang="en-IN" sz="800" b="1" dirty="0"/>
              <a:t>}</a:t>
            </a:r>
          </a:p>
          <a:p>
            <a:pPr marL="139700" indent="0">
              <a:buNone/>
            </a:pPr>
            <a:r>
              <a:rPr lang="en-IN" sz="800" b="1" dirty="0" smtClean="0"/>
              <a:t>}</a:t>
            </a:r>
            <a:endParaRPr lang="en-IN" sz="800" b="1" dirty="0"/>
          </a:p>
          <a:p>
            <a:pPr marL="139700" indent="0">
              <a:buNone/>
            </a:pPr>
            <a:endParaRPr lang="en-IN" sz="800" b="1" dirty="0"/>
          </a:p>
          <a:p>
            <a:pPr marL="139700" indent="0">
              <a:buNone/>
            </a:pPr>
            <a:r>
              <a:rPr lang="en-IN" sz="800" b="1" dirty="0"/>
              <a:t>void left()</a:t>
            </a:r>
          </a:p>
          <a:p>
            <a:pPr marL="139700" indent="0">
              <a:buNone/>
            </a:pPr>
            <a:r>
              <a:rPr lang="en-IN" sz="800" b="1" dirty="0"/>
              <a:t>{</a:t>
            </a:r>
          </a:p>
          <a:p>
            <a:pPr marL="139700" indent="0">
              <a:buNone/>
            </a:pPr>
            <a:r>
              <a:rPr lang="en-IN" sz="800" b="1" dirty="0"/>
              <a:t>for (j=0x01; j&lt;=0x80; j&lt;&lt;=1)</a:t>
            </a:r>
          </a:p>
          <a:p>
            <a:pPr marL="139700" indent="0">
              <a:buNone/>
            </a:pPr>
            <a:r>
              <a:rPr lang="en-IN" sz="800" b="1" dirty="0"/>
              <a:t>{</a:t>
            </a:r>
          </a:p>
          <a:p>
            <a:pPr marL="139700" indent="0">
              <a:buNone/>
            </a:pPr>
            <a:r>
              <a:rPr lang="en-IN" sz="800" b="1" dirty="0"/>
              <a:t>LED = j;</a:t>
            </a:r>
          </a:p>
          <a:p>
            <a:pPr marL="139700" indent="0">
              <a:buNone/>
            </a:pPr>
            <a:r>
              <a:rPr lang="en-IN" sz="800" b="1" dirty="0"/>
              <a:t>delay();</a:t>
            </a:r>
          </a:p>
          <a:p>
            <a:pPr marL="139700" indent="0">
              <a:buNone/>
            </a:pPr>
            <a:r>
              <a:rPr lang="en-IN" sz="800" b="1" dirty="0"/>
              <a:t>}</a:t>
            </a:r>
          </a:p>
          <a:p>
            <a:pPr marL="139700" indent="0">
              <a:buNone/>
            </a:pPr>
            <a:r>
              <a:rPr lang="en-IN" sz="800" b="1" dirty="0"/>
              <a:t>}</a:t>
            </a:r>
          </a:p>
          <a:p>
            <a:pPr marL="139700" indent="0">
              <a:buNone/>
            </a:pPr>
            <a:r>
              <a:rPr lang="en-IN" sz="800" b="1" dirty="0" smtClean="0"/>
              <a:t>void </a:t>
            </a:r>
            <a:r>
              <a:rPr lang="en-IN" sz="800" b="1" dirty="0"/>
              <a:t>delay(void)</a:t>
            </a:r>
          </a:p>
          <a:p>
            <a:pPr marL="139700" indent="0">
              <a:buNone/>
            </a:pPr>
            <a:r>
              <a:rPr lang="en-IN" sz="800" b="1" dirty="0"/>
              <a:t>{</a:t>
            </a:r>
          </a:p>
          <a:p>
            <a:pPr marL="139700" indent="0">
              <a:buNone/>
            </a:pPr>
            <a:r>
              <a:rPr lang="en-IN" sz="800" b="1" dirty="0"/>
              <a:t>	unsigned </a:t>
            </a:r>
            <a:r>
              <a:rPr lang="en-IN" sz="800" b="1" dirty="0" err="1"/>
              <a:t>int</a:t>
            </a:r>
            <a:r>
              <a:rPr lang="en-IN" sz="800" b="1" dirty="0"/>
              <a:t> </a:t>
            </a:r>
            <a:r>
              <a:rPr lang="en-IN" sz="800" b="1" dirty="0" err="1"/>
              <a:t>i</a:t>
            </a:r>
            <a:r>
              <a:rPr lang="en-IN" sz="800" b="1" dirty="0"/>
              <a:t>;</a:t>
            </a:r>
          </a:p>
          <a:p>
            <a:pPr marL="139700" indent="0">
              <a:buNone/>
            </a:pPr>
            <a:r>
              <a:rPr lang="en-IN" sz="800" b="1" dirty="0"/>
              <a:t>	for(</a:t>
            </a:r>
            <a:r>
              <a:rPr lang="en-IN" sz="800" b="1" dirty="0" err="1"/>
              <a:t>i</a:t>
            </a:r>
            <a:r>
              <a:rPr lang="en-IN" sz="800" b="1" dirty="0"/>
              <a:t>=0;i&lt;10000;i++);</a:t>
            </a:r>
          </a:p>
          <a:p>
            <a:pPr marL="139700" indent="0">
              <a:buNone/>
            </a:pPr>
            <a:r>
              <a:rPr lang="en-IN" sz="800" b="1" dirty="0"/>
              <a:t>}</a:t>
            </a:r>
          </a:p>
          <a:p>
            <a:pPr marL="139700" indent="0">
              <a:buNone/>
            </a:pPr>
            <a:endParaRPr lang="en-IN" sz="800" b="1" dirty="0"/>
          </a:p>
          <a:p>
            <a:pPr marL="139700" indent="0">
              <a:buNone/>
            </a:pPr>
            <a:r>
              <a:rPr lang="en-IN" sz="800" b="1" dirty="0"/>
              <a:t>void main()</a:t>
            </a:r>
          </a:p>
          <a:p>
            <a:pPr marL="139700" indent="0">
              <a:buNone/>
            </a:pPr>
            <a:r>
              <a:rPr lang="en-IN" sz="800" b="1" dirty="0"/>
              <a:t>{</a:t>
            </a:r>
          </a:p>
          <a:p>
            <a:pPr marL="139700" indent="0">
              <a:buNone/>
            </a:pPr>
            <a:r>
              <a:rPr lang="en-IN" sz="800" b="1" dirty="0"/>
              <a:t>left();</a:t>
            </a:r>
          </a:p>
          <a:p>
            <a:pPr marL="139700" indent="0">
              <a:buNone/>
            </a:pPr>
            <a:r>
              <a:rPr lang="en-IN" sz="800" b="1" dirty="0"/>
              <a:t>right();</a:t>
            </a:r>
          </a:p>
          <a:p>
            <a:pPr marL="139700" indent="0">
              <a:buNone/>
            </a:pPr>
            <a:r>
              <a:rPr lang="en-IN" sz="800" b="1" dirty="0"/>
              <a:t>}</a:t>
            </a:r>
          </a:p>
          <a:p>
            <a:pPr marL="139700" indent="0">
              <a:buNone/>
            </a:pPr>
            <a:endParaRPr lang="en-IN" sz="800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www.pantechsolutions.net</a:t>
            </a:r>
          </a:p>
          <a:p>
            <a:pPr>
              <a:defRPr/>
            </a:pPr>
            <a:r>
              <a:rPr lang="en-US" smtClean="0"/>
              <a:t>For learning hub visit  learn.pantechsolutions.net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40944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700" y="0"/>
            <a:ext cx="8520600" cy="572700"/>
          </a:xfrm>
        </p:spPr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</a:rPr>
              <a:t>Switch</a:t>
            </a:r>
            <a:endParaRPr lang="en-IN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1700" y="740634"/>
            <a:ext cx="8520600" cy="3416400"/>
          </a:xfrm>
        </p:spPr>
        <p:txBody>
          <a:bodyPr/>
          <a:lstStyle/>
          <a:p>
            <a:pPr marL="139700" indent="0">
              <a:buNone/>
            </a:pPr>
            <a:r>
              <a:rPr lang="en-IN" sz="1800" b="1" dirty="0"/>
              <a:t>#include&lt;reg51.h&gt;					</a:t>
            </a:r>
          </a:p>
          <a:p>
            <a:pPr marL="139700" indent="0">
              <a:buNone/>
            </a:pPr>
            <a:r>
              <a:rPr lang="en-IN" sz="1800" b="1" dirty="0"/>
              <a:t>#define </a:t>
            </a:r>
            <a:r>
              <a:rPr lang="en-IN" sz="1800" b="1" dirty="0" smtClean="0"/>
              <a:t>SW  P0</a:t>
            </a:r>
            <a:r>
              <a:rPr lang="en-IN" sz="1800" b="1" dirty="0"/>
              <a:t>						</a:t>
            </a:r>
            <a:endParaRPr lang="en-IN" sz="1800" b="1" dirty="0" smtClean="0"/>
          </a:p>
          <a:p>
            <a:pPr marL="139700" indent="0">
              <a:buNone/>
            </a:pPr>
            <a:r>
              <a:rPr lang="en-IN" sz="1800" b="1" dirty="0" smtClean="0"/>
              <a:t>#</a:t>
            </a:r>
            <a:r>
              <a:rPr lang="en-IN" sz="1800" b="1" dirty="0"/>
              <a:t>define </a:t>
            </a:r>
            <a:r>
              <a:rPr lang="en-IN" sz="1800" b="1" dirty="0" smtClean="0"/>
              <a:t>Led  P2</a:t>
            </a:r>
            <a:r>
              <a:rPr lang="en-IN" sz="1800" b="1" dirty="0"/>
              <a:t>	</a:t>
            </a:r>
            <a:endParaRPr lang="en-IN" sz="1800" b="1" dirty="0" smtClean="0"/>
          </a:p>
          <a:p>
            <a:pPr marL="139700" indent="0">
              <a:buNone/>
            </a:pPr>
            <a:r>
              <a:rPr lang="en-IN" sz="1800" b="1" dirty="0"/>
              <a:t>					</a:t>
            </a:r>
          </a:p>
          <a:p>
            <a:pPr marL="139700" indent="0">
              <a:buNone/>
            </a:pPr>
            <a:r>
              <a:rPr lang="en-IN" sz="1800" b="1" dirty="0" smtClean="0"/>
              <a:t>void </a:t>
            </a:r>
            <a:r>
              <a:rPr lang="en-IN" sz="1800" b="1" dirty="0"/>
              <a:t>main()					</a:t>
            </a:r>
          </a:p>
          <a:p>
            <a:pPr marL="139700" indent="0">
              <a:buNone/>
            </a:pPr>
            <a:r>
              <a:rPr lang="en-IN" sz="1800" b="1" dirty="0"/>
              <a:t>{</a:t>
            </a:r>
          </a:p>
          <a:p>
            <a:pPr marL="139700" indent="0">
              <a:buNone/>
            </a:pPr>
            <a:r>
              <a:rPr lang="en-IN" sz="1800" b="1" dirty="0"/>
              <a:t>	P0=0xff;								P2=0x00;									while(1)							</a:t>
            </a:r>
          </a:p>
          <a:p>
            <a:pPr marL="139700" indent="0">
              <a:buNone/>
            </a:pPr>
            <a:r>
              <a:rPr lang="en-IN" sz="1800" b="1" dirty="0"/>
              <a:t>	</a:t>
            </a:r>
            <a:r>
              <a:rPr lang="en-IN" sz="1800" b="1" dirty="0" smtClean="0"/>
              <a:t>{</a:t>
            </a:r>
            <a:endParaRPr lang="en-IN" sz="1800" b="1" dirty="0"/>
          </a:p>
          <a:p>
            <a:pPr marL="139700" indent="0">
              <a:buNone/>
            </a:pPr>
            <a:r>
              <a:rPr lang="en-IN" sz="1800" b="1" dirty="0"/>
              <a:t>	</a:t>
            </a:r>
            <a:r>
              <a:rPr lang="en-IN" sz="1800" b="1" dirty="0" smtClean="0"/>
              <a:t>     Led </a:t>
            </a:r>
            <a:r>
              <a:rPr lang="en-IN" sz="1800" b="1" dirty="0"/>
              <a:t>= SW;						</a:t>
            </a:r>
          </a:p>
          <a:p>
            <a:pPr marL="139700" indent="0">
              <a:buNone/>
            </a:pPr>
            <a:r>
              <a:rPr lang="en-IN" sz="1800" b="1" dirty="0"/>
              <a:t>	</a:t>
            </a:r>
            <a:r>
              <a:rPr lang="en-IN" sz="1800" b="1" dirty="0" smtClean="0"/>
              <a:t>}</a:t>
            </a:r>
            <a:endParaRPr lang="en-IN" sz="1800" b="1" dirty="0"/>
          </a:p>
          <a:p>
            <a:pPr marL="139700" indent="0">
              <a:buNone/>
            </a:pPr>
            <a:r>
              <a:rPr lang="en-IN" sz="1800" b="1" dirty="0"/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www.pantechsolutions.net</a:t>
            </a:r>
          </a:p>
          <a:p>
            <a:pPr>
              <a:defRPr/>
            </a:pPr>
            <a:r>
              <a:rPr lang="en-US" smtClean="0"/>
              <a:t>For learning hub visit  learn.pantechsolutions.net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83174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0849" y="2013573"/>
            <a:ext cx="7704000" cy="572700"/>
          </a:xfrm>
        </p:spPr>
        <p:txBody>
          <a:bodyPr/>
          <a:lstStyle/>
          <a:p>
            <a:r>
              <a:rPr lang="en-US" sz="7200" dirty="0" smtClean="0">
                <a:solidFill>
                  <a:schemeClr val="tx2"/>
                </a:solidFill>
              </a:rPr>
              <a:t>Thank You</a:t>
            </a:r>
            <a:endParaRPr lang="en-IN" sz="72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372125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Mathematics Subject for Middle School - 6th Grade: Algebra by Slidesgo">
  <a:themeElements>
    <a:clrScheme name="Simple Light">
      <a:dk1>
        <a:srgbClr val="191919"/>
      </a:dk1>
      <a:lt1>
        <a:srgbClr val="07246E"/>
      </a:lt1>
      <a:dk2>
        <a:srgbClr val="0F327F"/>
      </a:dk2>
      <a:lt2>
        <a:srgbClr val="FF3141"/>
      </a:lt2>
      <a:accent1>
        <a:srgbClr val="FFB400"/>
      </a:accent1>
      <a:accent2>
        <a:srgbClr val="00B6FF"/>
      </a:accent2>
      <a:accent3>
        <a:srgbClr val="EDEDED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3763</TotalTime>
  <Words>204</Words>
  <Application>Microsoft Office PowerPoint</Application>
  <PresentationFormat>On-screen Show (16:9)</PresentationFormat>
  <Paragraphs>97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Arial</vt:lpstr>
      <vt:lpstr>Roboto</vt:lpstr>
      <vt:lpstr>Montserrat</vt:lpstr>
      <vt:lpstr>Karla Regular</vt:lpstr>
      <vt:lpstr>Wingdings</vt:lpstr>
      <vt:lpstr>Nunito</vt:lpstr>
      <vt:lpstr>Fire sans extra</vt:lpstr>
      <vt:lpstr>Mathematics Subject for Middle School - 6th Grade: Algebra by Slidesgo</vt:lpstr>
      <vt:lpstr> Introduction to Keil-LED,Switch (8051 -5 Days Workshop)</vt:lpstr>
      <vt:lpstr>PowerPoint Presentation</vt:lpstr>
      <vt:lpstr>Mindset Lesson for the Day</vt:lpstr>
      <vt:lpstr>PowerPoint Presentation</vt:lpstr>
      <vt:lpstr>Led and Switch Interface </vt:lpstr>
      <vt:lpstr>Download Keil</vt:lpstr>
      <vt:lpstr>LED INTERFACE</vt:lpstr>
      <vt:lpstr>SWITCH INTERFACE</vt:lpstr>
      <vt:lpstr>Blinking Led</vt:lpstr>
      <vt:lpstr>Scrolling LED</vt:lpstr>
      <vt:lpstr>Switch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EMBEDDED SYSTEM DESIGN &amp; IoT</dc:title>
  <dc:creator>jeeva rajan</dc:creator>
  <cp:lastModifiedBy>PANTECH</cp:lastModifiedBy>
  <cp:revision>274</cp:revision>
  <dcterms:modified xsi:type="dcterms:W3CDTF">2021-06-29T14:19:45Z</dcterms:modified>
</cp:coreProperties>
</file>